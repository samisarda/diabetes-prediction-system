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Calibri" panose="020F0502020204030204" pitchFamily="34" charset="0"/>
      <p:regular r:id="rId11"/>
      <p:bold r:id="rId12"/>
      <p:italic r:id="rId13"/>
      <p:boldItalic r:id="rId14"/>
    </p:embeddedFont>
    <p:embeddedFont>
      <p:font typeface="Crimson Text" pitchFamily="2" charset="0"/>
      <p:regular r:id="rId15"/>
      <p:bold r:id="rId16"/>
      <p:italic r:id="rId17"/>
      <p:boldItalic r:id="rId18"/>
    </p:embeddedFont>
    <p:embeddedFont>
      <p:font typeface="Josefin Sans" pitchFamily="2" charset="77"/>
      <p:regular r:id="rId19"/>
      <p:bold r:id="rId20"/>
    </p:embeddedFont>
    <p:embeddedFont>
      <p:font typeface="Lato" panose="020F0502020204030203" pitchFamily="34" charset="0"/>
      <p:regular r:id="rId21"/>
      <p:bold r:id="rId22"/>
      <p:italic r:id="rId23"/>
      <p:boldItalic r:id="rId24"/>
    </p:embeddedFont>
    <p:embeddedFont>
      <p:font typeface="Mako" pitchFamily="2" charset="77"/>
      <p:regular r:id="rId25"/>
    </p:embeddedFont>
    <p:embeddedFont>
      <p:font typeface="Merriweather Light" panose="020F0302020204030204" pitchFamily="34" charset="0"/>
      <p:regular r:id="rId26"/>
      <p:bold r:id="rId27"/>
      <p:italic r:id="rId28"/>
      <p:boldItalic r:id="rId29"/>
    </p:embeddedFont>
    <p:embeddedFont>
      <p:font typeface="Montserrat" pitchFamily="2" charset="77"/>
      <p:regular r:id="rId30"/>
      <p:bold r:id="rId31"/>
      <p:italic r:id="rId32"/>
      <p:boldItalic r:id="rId33"/>
    </p:embeddedFont>
    <p:embeddedFont>
      <p:font typeface="Open Sans" panose="020B0606030504020204" pitchFamily="34" charset="0"/>
      <p:regular r:id="rId34"/>
      <p:bold r:id="rId35"/>
      <p:italic r:id="rId36"/>
      <p:boldItalic r:id="rId37"/>
    </p:embeddedFont>
    <p:embeddedFont>
      <p:font typeface="Open Sans SemiBold" panose="020F0502020204030204" pitchFamily="34" charset="0"/>
      <p:regular r:id="rId38"/>
      <p:bold r:id="rId39"/>
      <p:italic r:id="rId40"/>
      <p:boldItalic r:id="rId41"/>
    </p:embeddedFont>
    <p:embeddedFont>
      <p:font typeface="Russo One" panose="02000503050000020004" pitchFamily="2" charset="0"/>
      <p:regular r:id="rId42"/>
    </p:embeddedFont>
    <p:embeddedFont>
      <p:font typeface="Vidaloka" panose="02000504000000020004" pitchFamily="2" charset="0"/>
      <p:regular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83511"/>
  </p:normalViewPr>
  <p:slideViewPr>
    <p:cSldViewPr snapToGrid="0">
      <p:cViewPr varScale="1">
        <p:scale>
          <a:sx n="119" d="100"/>
          <a:sy n="119" d="100"/>
        </p:scale>
        <p:origin x="1344"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9" Type="http://schemas.openxmlformats.org/officeDocument/2006/relationships/font" Target="fonts/font29.fntdata"/><Relationship Id="rId21" Type="http://schemas.openxmlformats.org/officeDocument/2006/relationships/font" Target="fonts/font11.fntdata"/><Relationship Id="rId34" Type="http://schemas.openxmlformats.org/officeDocument/2006/relationships/font" Target="fonts/font24.fntdata"/><Relationship Id="rId42" Type="http://schemas.openxmlformats.org/officeDocument/2006/relationships/font" Target="fonts/font32.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6.fntdata"/><Relationship Id="rId29"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font" Target="fonts/font22.fntdata"/><Relationship Id="rId37" Type="http://schemas.openxmlformats.org/officeDocument/2006/relationships/font" Target="fonts/font27.fntdata"/><Relationship Id="rId40" Type="http://schemas.openxmlformats.org/officeDocument/2006/relationships/font" Target="fonts/font30.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36" Type="http://schemas.openxmlformats.org/officeDocument/2006/relationships/font" Target="fonts/font26.fntdata"/><Relationship Id="rId10" Type="http://schemas.openxmlformats.org/officeDocument/2006/relationships/notesMaster" Target="notesMasters/notesMaster1.xml"/><Relationship Id="rId19" Type="http://schemas.openxmlformats.org/officeDocument/2006/relationships/font" Target="fonts/font9.fntdata"/><Relationship Id="rId31" Type="http://schemas.openxmlformats.org/officeDocument/2006/relationships/font" Target="fonts/font21.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font" Target="fonts/font20.fntdata"/><Relationship Id="rId35" Type="http://schemas.openxmlformats.org/officeDocument/2006/relationships/font" Target="fonts/font25.fntdata"/><Relationship Id="rId43" Type="http://schemas.openxmlformats.org/officeDocument/2006/relationships/font" Target="fonts/font3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openxmlformats.org/officeDocument/2006/relationships/font" Target="fonts/font23.fntdata"/><Relationship Id="rId38" Type="http://schemas.openxmlformats.org/officeDocument/2006/relationships/font" Target="fonts/font28.fntdata"/><Relationship Id="rId46" Type="http://schemas.openxmlformats.org/officeDocument/2006/relationships/theme" Target="theme/theme1.xml"/><Relationship Id="rId20" Type="http://schemas.openxmlformats.org/officeDocument/2006/relationships/font" Target="fonts/font10.fntdata"/><Relationship Id="rId41" Type="http://schemas.openxmlformats.org/officeDocument/2006/relationships/font" Target="fonts/font3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0" name="Google Shape;47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6" name="Google Shape;47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rPr>
              <a:t>The primary business objective of our project is to leverage machine learning for early diabetes detection. Diabetes is a widespread and serious health issue, and early intervention can make a significant difference in patient outcomes. By predicting the likelihood of a person developing diabetes, healthcare providers can intervene earlier, which helps reduce long-term health complications and associated costs.</a:t>
            </a:r>
            <a:endParaRPr sz="12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rPr>
              <a:t>Our goal is to develop a classification model that predicts diabetes based on a set of demographic, behavioral, and clinical factors. Some of the key features in our model include age, BMI, blood glucose levels, and smoking history. The target variable, diabetes, is binary—either the person is diabetic or not.</a:t>
            </a:r>
            <a:endParaRPr sz="12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rPr>
              <a:t>We’ve set specific success metrics for this project. We aim for at least 90% accuracy, a 15% improvement in early diagnosis rates, and smooth integration of the predictive insights into healthcare platforms. These metrics are aligned with our ultimate goal: improving patient outcomes and reducing healthcare costs.</a:t>
            </a:r>
            <a:endParaRPr sz="1200" dirty="0">
              <a:solidFill>
                <a:schemeClr val="dk1"/>
              </a:solidFill>
            </a:endParaRPr>
          </a:p>
          <a:p>
            <a:pPr marL="0" lvl="0" indent="0" algn="l" rtl="0">
              <a:lnSpc>
                <a:spcPct val="100000"/>
              </a:lnSpc>
              <a:spcBef>
                <a:spcPts val="1200"/>
              </a:spcBef>
              <a:spcAft>
                <a:spcPts val="0"/>
              </a:spcAft>
              <a:buSzPts val="1100"/>
              <a:buNone/>
            </a:pPr>
            <a:endParaRPr sz="1200" dirty="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rPr>
              <a:t>The dataset we used is a rich collection of data related to diabetes risk. It contains around 100,000 records and includes features such as age, BMI, blood glucose levels, and smoking history. These features are all highly relevant for identifying individuals at risk of diabetes.</a:t>
            </a:r>
            <a:endParaRPr sz="12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rPr>
              <a:t>However, there are challenges with the dataset. First, there are missing values in critical columns such as BMI and smoking history. If not addressed properly, these gaps could reduce the accuracy of the model. Second, the data contains anomalies and outliers—particularly extreme values in blood glucose levels—that could distort the model’s predictions. Finally, the dataset is imbalanced, with a significantly higher number of non-diabetic cases compared to diabetic ones. This imbalance could bias the model toward predicting non-diabetic cases.</a:t>
            </a:r>
            <a:endParaRPr sz="12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rPr>
              <a:t>Despite these issues, the dataset is strong due to the inclusion of key predictive features like blood glucose levels and HbA1c, which are strongly correlated with diabetes. This makes it a good foundation for building an effective predictive model.</a:t>
            </a:r>
            <a:endParaRPr sz="1200" dirty="0">
              <a:solidFill>
                <a:schemeClr val="dk1"/>
              </a:solidFill>
            </a:endParaRPr>
          </a:p>
          <a:p>
            <a:pPr marL="0" lvl="0" indent="0" algn="l" rtl="0">
              <a:lnSpc>
                <a:spcPct val="100000"/>
              </a:lnSpc>
              <a:spcBef>
                <a:spcPts val="1200"/>
              </a:spcBef>
              <a:spcAft>
                <a:spcPts val="120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8" name="Google Shape;48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We divided the data preparation phase into four key phases to ensure the dataset was clean, balanced, and ready for modeling.</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Phase 1 - Data Integration:</a:t>
            </a:r>
            <a:r>
              <a:rPr lang="en" dirty="0">
                <a:solidFill>
                  <a:schemeClr val="dk1"/>
                </a:solidFill>
              </a:rPr>
              <a:t> We began by integrating data from various sources into a single dataset. The initial dataset included 100,000 records and nine columns of relevant variables. We removed any redundant or irrelevant columns that could complicate the analysis, ensuring only useful information was retained.</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Phase 2 - Data Cleaning:</a:t>
            </a:r>
            <a:r>
              <a:rPr lang="en" dirty="0">
                <a:solidFill>
                  <a:schemeClr val="dk1"/>
                </a:solidFill>
              </a:rPr>
              <a:t> In this step, we handled missing values and outliers. We used mean imputation to replace missing values, ensuring that the dataset retained its original distribution. Outliers, particularly in blood glucose and BMI, were identified and capped using the Interquartile Range (IQR) method, which preserved the overall consistency of the dataset without removing any data points.</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Phase 3 - Data Transformation:</a:t>
            </a:r>
            <a:r>
              <a:rPr lang="en" dirty="0">
                <a:solidFill>
                  <a:schemeClr val="dk1"/>
                </a:solidFill>
              </a:rPr>
              <a:t> We encoded categorical variables such as smoking history into numerical formats so that they could be processed by the model. Additionally, we standardized numerical variables, ensuring that each predictor had the same scale, which is crucial for machine learning algorithms to perform well.</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Phase 4 - Data Reduction:</a:t>
            </a:r>
            <a:r>
              <a:rPr lang="en" dirty="0">
                <a:solidFill>
                  <a:schemeClr val="dk1"/>
                </a:solidFill>
              </a:rPr>
              <a:t> Given that the dataset was highly imbalanced, we used under-sampling techniques to reduce the number of non-diabetic cases. By balancing the number of non-diabetic and diabetic cases, we ensured that the model could learn to identify both classes effectively, without being biased towards the non-diabetic class.</a:t>
            </a:r>
            <a:endParaRPr dirty="0">
              <a:solidFill>
                <a:schemeClr val="dk1"/>
              </a:solidFill>
            </a:endParaRPr>
          </a:p>
          <a:p>
            <a:pPr marL="0" lvl="0" indent="0" algn="l" rtl="0">
              <a:lnSpc>
                <a:spcPct val="100000"/>
              </a:lnSpc>
              <a:spcBef>
                <a:spcPts val="1200"/>
              </a:spcBef>
              <a:spcAft>
                <a:spcPts val="0"/>
              </a:spcAft>
              <a:buSzPts val="1100"/>
              <a:buNone/>
            </a:pPr>
            <a:endParaRPr sz="1200"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4" name="Google Shape;49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In this phase, we evaluated three machine learning models: Random Forest, Decision Tree, and </a:t>
            </a:r>
            <a:r>
              <a:rPr lang="en" dirty="0" err="1">
                <a:solidFill>
                  <a:schemeClr val="dk1"/>
                </a:solidFill>
              </a:rPr>
              <a:t>XGBoost</a:t>
            </a:r>
            <a:r>
              <a:rPr lang="en" dirty="0">
                <a:solidFill>
                  <a:schemeClr val="dk1"/>
                </a:solidFill>
              </a:rPr>
              <a:t>. After testing each model, we found that </a:t>
            </a:r>
            <a:r>
              <a:rPr lang="en" b="1" dirty="0" err="1">
                <a:solidFill>
                  <a:schemeClr val="dk1"/>
                </a:solidFill>
              </a:rPr>
              <a:t>XGBoost</a:t>
            </a:r>
            <a:r>
              <a:rPr lang="en" dirty="0">
                <a:solidFill>
                  <a:schemeClr val="dk1"/>
                </a:solidFill>
              </a:rPr>
              <a:t> was the most effective for this dataset. Here’s why:</a:t>
            </a:r>
            <a:endParaRPr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dirty="0" err="1">
                <a:solidFill>
                  <a:schemeClr val="dk1"/>
                </a:solidFill>
              </a:rPr>
              <a:t>XGBoost</a:t>
            </a:r>
            <a:r>
              <a:rPr lang="en" dirty="0">
                <a:solidFill>
                  <a:schemeClr val="dk1"/>
                </a:solidFill>
              </a:rPr>
              <a:t> handles imbalanced datasets very well by using a weighted loss function, which helps the model focus more on the minority class (diabetic cases). This is crucial because, in our dataset, diabetic cases are far fewer than non-diabetic cases.</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dirty="0">
                <a:solidFill>
                  <a:schemeClr val="dk1"/>
                </a:solidFill>
              </a:rPr>
              <a:t>The model also includes </a:t>
            </a:r>
            <a:r>
              <a:rPr lang="en" b="1" dirty="0">
                <a:solidFill>
                  <a:schemeClr val="dk1"/>
                </a:solidFill>
              </a:rPr>
              <a:t>regularization</a:t>
            </a:r>
            <a:r>
              <a:rPr lang="en" dirty="0">
                <a:solidFill>
                  <a:schemeClr val="dk1"/>
                </a:solidFill>
              </a:rPr>
              <a:t> techniques (L1 and L2), which prevent overfitting—a common issue when dealing with complex datasets.</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dirty="0" err="1">
                <a:solidFill>
                  <a:schemeClr val="dk1"/>
                </a:solidFill>
              </a:rPr>
              <a:t>XGBoost</a:t>
            </a:r>
            <a:r>
              <a:rPr lang="en" dirty="0">
                <a:solidFill>
                  <a:schemeClr val="dk1"/>
                </a:solidFill>
              </a:rPr>
              <a:t> is efficient at handling missing values and uses tree-pruning, making it an excellent fit for real-world datasets, which often contain imperfections like ours.</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We configured the model with 500 estimators (trees) and a learning rate of 0.1 to find a balance between model speed and accuracy. We also used a random state of 16 to ensure reproducibility in our results.</a:t>
            </a:r>
            <a:endParaRPr dirty="0">
              <a:solidFill>
                <a:schemeClr val="dk1"/>
              </a:solidFill>
            </a:endParaRPr>
          </a:p>
          <a:p>
            <a:pPr marL="0" lvl="0" indent="0" algn="l" rtl="0">
              <a:lnSpc>
                <a:spcPct val="100000"/>
              </a:lnSpc>
              <a:spcBef>
                <a:spcPts val="1200"/>
              </a:spcBef>
              <a:spcAft>
                <a:spcPts val="0"/>
              </a:spcAft>
              <a:buSzPts val="1100"/>
              <a:buNone/>
            </a:pPr>
            <a:endParaRPr dirty="0">
              <a:solidFill>
                <a:schemeClr val="dk1"/>
              </a:solidFill>
              <a:latin typeface="Montserrat"/>
              <a:ea typeface="Montserrat"/>
              <a:cs typeface="Montserrat"/>
              <a:sym typeface="Montserra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0" name="Google Shape;5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The </a:t>
            </a:r>
            <a:r>
              <a:rPr lang="en" dirty="0" err="1">
                <a:solidFill>
                  <a:schemeClr val="dk1"/>
                </a:solidFill>
              </a:rPr>
              <a:t>XGBoost</a:t>
            </a:r>
            <a:r>
              <a:rPr lang="en" dirty="0">
                <a:solidFill>
                  <a:schemeClr val="dk1"/>
                </a:solidFill>
              </a:rPr>
              <a:t> model performed very well, achieving an overall accuracy of </a:t>
            </a:r>
            <a:r>
              <a:rPr lang="en" b="1" dirty="0">
                <a:solidFill>
                  <a:schemeClr val="dk1"/>
                </a:solidFill>
              </a:rPr>
              <a:t>97%</a:t>
            </a:r>
            <a:r>
              <a:rPr lang="en" dirty="0">
                <a:solidFill>
                  <a:schemeClr val="dk1"/>
                </a:solidFill>
              </a:rPr>
              <a:t>. Here's a breakdown of the evaluation metrics:</a:t>
            </a:r>
            <a:endParaRPr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dirty="0">
                <a:solidFill>
                  <a:schemeClr val="dk1"/>
                </a:solidFill>
              </a:rPr>
              <a:t>Non-Diabetic Cases (Class 0):</a:t>
            </a:r>
            <a:r>
              <a:rPr lang="en" dirty="0">
                <a:solidFill>
                  <a:schemeClr val="dk1"/>
                </a:solidFill>
              </a:rPr>
              <a:t> The model performed excellently with a </a:t>
            </a:r>
            <a:r>
              <a:rPr lang="en" b="1" dirty="0">
                <a:solidFill>
                  <a:schemeClr val="dk1"/>
                </a:solidFill>
              </a:rPr>
              <a:t>precision of 0.97</a:t>
            </a:r>
            <a:r>
              <a:rPr lang="en" dirty="0">
                <a:solidFill>
                  <a:schemeClr val="dk1"/>
                </a:solidFill>
              </a:rPr>
              <a:t> and a </a:t>
            </a:r>
            <a:r>
              <a:rPr lang="en" b="1" dirty="0">
                <a:solidFill>
                  <a:schemeClr val="dk1"/>
                </a:solidFill>
              </a:rPr>
              <a:t>recall of 1.00</a:t>
            </a:r>
            <a:r>
              <a:rPr lang="en" dirty="0">
                <a:solidFill>
                  <a:schemeClr val="dk1"/>
                </a:solidFill>
              </a:rPr>
              <a:t>. This means the model is highly reliable in identifying non-diabetic individuals.</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b="1" dirty="0">
                <a:solidFill>
                  <a:schemeClr val="dk1"/>
                </a:solidFill>
              </a:rPr>
              <a:t>Diabetic Cases (Class 1):</a:t>
            </a:r>
            <a:r>
              <a:rPr lang="en" dirty="0">
                <a:solidFill>
                  <a:schemeClr val="dk1"/>
                </a:solidFill>
              </a:rPr>
              <a:t> For diabetic cases, the precision was </a:t>
            </a:r>
            <a:r>
              <a:rPr lang="en" b="1" dirty="0">
                <a:solidFill>
                  <a:schemeClr val="dk1"/>
                </a:solidFill>
              </a:rPr>
              <a:t>0.95</a:t>
            </a:r>
            <a:r>
              <a:rPr lang="en" dirty="0">
                <a:solidFill>
                  <a:schemeClr val="dk1"/>
                </a:solidFill>
              </a:rPr>
              <a:t>, but the recall was only </a:t>
            </a:r>
            <a:r>
              <a:rPr lang="en" b="1" dirty="0">
                <a:solidFill>
                  <a:schemeClr val="dk1"/>
                </a:solidFill>
              </a:rPr>
              <a:t>0.69</a:t>
            </a:r>
            <a:r>
              <a:rPr lang="en" dirty="0">
                <a:solidFill>
                  <a:schemeClr val="dk1"/>
                </a:solidFill>
              </a:rPr>
              <a:t>, meaning it missed about 31% of actual diabetic cases. While the precision was high, the recall indicates that there is room for improvement in correctly identifying diabetic cases.</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The </a:t>
            </a:r>
            <a:r>
              <a:rPr lang="en" b="1" dirty="0">
                <a:solidFill>
                  <a:schemeClr val="dk1"/>
                </a:solidFill>
              </a:rPr>
              <a:t>F1-Score for diabetic cases</a:t>
            </a:r>
            <a:r>
              <a:rPr lang="en" dirty="0">
                <a:solidFill>
                  <a:schemeClr val="dk1"/>
                </a:solidFill>
              </a:rPr>
              <a:t> was </a:t>
            </a:r>
            <a:r>
              <a:rPr lang="en" b="1" dirty="0">
                <a:solidFill>
                  <a:schemeClr val="dk1"/>
                </a:solidFill>
              </a:rPr>
              <a:t>0.80</a:t>
            </a:r>
            <a:r>
              <a:rPr lang="en" dirty="0">
                <a:solidFill>
                  <a:schemeClr val="dk1"/>
                </a:solidFill>
              </a:rPr>
              <a:t>, and the </a:t>
            </a:r>
            <a:r>
              <a:rPr lang="en" b="1" dirty="0">
                <a:solidFill>
                  <a:schemeClr val="dk1"/>
                </a:solidFill>
              </a:rPr>
              <a:t>AUC-ROC</a:t>
            </a:r>
            <a:r>
              <a:rPr lang="en" dirty="0">
                <a:solidFill>
                  <a:schemeClr val="dk1"/>
                </a:solidFill>
              </a:rPr>
              <a:t> score was </a:t>
            </a:r>
            <a:r>
              <a:rPr lang="en" b="1" dirty="0">
                <a:solidFill>
                  <a:schemeClr val="dk1"/>
                </a:solidFill>
              </a:rPr>
              <a:t>0.84</a:t>
            </a:r>
            <a:r>
              <a:rPr lang="en" dirty="0">
                <a:solidFill>
                  <a:schemeClr val="dk1"/>
                </a:solidFill>
              </a:rPr>
              <a:t>, both of which are strong indicators of the model’s ability to distinguish between diabetic and non-diabetic cases, even with an imbalanced dataset.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This evaluation highlights the model’s strengths in predicting non-diabetic cases but also points to the need for further improvement in recall for diabetic cases, which could be addressed through additional techniques like hyperparameter tuning or using SMOTE (Synthetic Minority Over-sampling Technique) for class balancing.</a:t>
            </a:r>
            <a:endParaRPr dirty="0">
              <a:solidFill>
                <a:schemeClr val="dk1"/>
              </a:solidFill>
            </a:endParaRPr>
          </a:p>
          <a:p>
            <a:pPr marL="0" lvl="0" indent="0" algn="l" rtl="0">
              <a:lnSpc>
                <a:spcPct val="100000"/>
              </a:lnSpc>
              <a:spcBef>
                <a:spcPts val="1200"/>
              </a:spcBef>
              <a:spcAft>
                <a:spcPts val="0"/>
              </a:spcAft>
              <a:buSzPts val="1100"/>
              <a:buNone/>
            </a:pPr>
            <a:endParaRPr sz="1200" dirty="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6" name="Google Shape;50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Deploying this model into healthcare systems is crucial for its real-world application. Here’s how we plan to do that:</a:t>
            </a:r>
            <a:endParaRPr dirty="0">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 b="1" dirty="0">
                <a:solidFill>
                  <a:schemeClr val="dk1"/>
                </a:solidFill>
              </a:rPr>
              <a:t>Model Export:</a:t>
            </a:r>
            <a:r>
              <a:rPr lang="en" dirty="0">
                <a:solidFill>
                  <a:schemeClr val="dk1"/>
                </a:solidFill>
              </a:rPr>
              <a:t> We will export the trained </a:t>
            </a:r>
            <a:r>
              <a:rPr lang="en" dirty="0" err="1">
                <a:solidFill>
                  <a:schemeClr val="dk1"/>
                </a:solidFill>
              </a:rPr>
              <a:t>XGBoost</a:t>
            </a:r>
            <a:r>
              <a:rPr lang="en" dirty="0">
                <a:solidFill>
                  <a:schemeClr val="dk1"/>
                </a:solidFill>
              </a:rPr>
              <a:t> model using tools like pickle or </a:t>
            </a:r>
            <a:r>
              <a:rPr lang="en" dirty="0" err="1">
                <a:solidFill>
                  <a:schemeClr val="dk1"/>
                </a:solidFill>
              </a:rPr>
              <a:t>joblib</a:t>
            </a:r>
            <a:r>
              <a:rPr lang="en" dirty="0">
                <a:solidFill>
                  <a:schemeClr val="dk1"/>
                </a:solidFill>
              </a:rPr>
              <a:t>, which will allow us to integrate it into healthcare systems easily.</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dirty="0">
                <a:solidFill>
                  <a:schemeClr val="dk1"/>
                </a:solidFill>
              </a:rPr>
              <a:t>API/Web Integration:</a:t>
            </a:r>
            <a:r>
              <a:rPr lang="en" dirty="0">
                <a:solidFill>
                  <a:schemeClr val="dk1"/>
                </a:solidFill>
              </a:rPr>
              <a:t> The model will be integrated into APIs or web applications, enabling healthcare providers to input patient data and get real-time predictions about diabetes risk.</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dirty="0">
                <a:solidFill>
                  <a:schemeClr val="dk1"/>
                </a:solidFill>
              </a:rPr>
              <a:t>Containerization:</a:t>
            </a:r>
            <a:r>
              <a:rPr lang="en" dirty="0">
                <a:solidFill>
                  <a:schemeClr val="dk1"/>
                </a:solidFill>
              </a:rPr>
              <a:t> To ensure the model performs consistently across different environments, we’ll use </a:t>
            </a:r>
            <a:r>
              <a:rPr lang="en" b="1" dirty="0">
                <a:solidFill>
                  <a:schemeClr val="dk1"/>
                </a:solidFill>
              </a:rPr>
              <a:t>Docker</a:t>
            </a:r>
            <a:r>
              <a:rPr lang="en" dirty="0">
                <a:solidFill>
                  <a:schemeClr val="dk1"/>
                </a:solidFill>
              </a:rPr>
              <a:t> to containerize the application, ensuring it works seamlessly across various systems.</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dirty="0">
                <a:solidFill>
                  <a:schemeClr val="dk1"/>
                </a:solidFill>
              </a:rPr>
              <a:t>Monitoring and Retraining:</a:t>
            </a:r>
            <a:r>
              <a:rPr lang="en" dirty="0">
                <a:solidFill>
                  <a:schemeClr val="dk1"/>
                </a:solidFill>
              </a:rPr>
              <a:t> We’ll implement automated monitoring tools to track the model's performance. If the performance starts to degrade over time—due to changing trends in patient demographics, for instance—we’ll retrain the model using updated data. Tools like </a:t>
            </a:r>
            <a:r>
              <a:rPr lang="en" b="1" dirty="0">
                <a:solidFill>
                  <a:schemeClr val="dk1"/>
                </a:solidFill>
              </a:rPr>
              <a:t>Apache Airflow</a:t>
            </a:r>
            <a:r>
              <a:rPr lang="en" dirty="0">
                <a:solidFill>
                  <a:schemeClr val="dk1"/>
                </a:solidFill>
              </a:rPr>
              <a:t> will be used to automate this process, ensuring that the model is always up to date.</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These deployment strategies will allow healthcare providers to use the model effectively, helping them make informed decisions and improve patient outcomes.”</a:t>
            </a:r>
            <a:endParaRPr dirty="0">
              <a:solidFill>
                <a:schemeClr val="dk1"/>
              </a:solidFill>
            </a:endParaRPr>
          </a:p>
          <a:p>
            <a:pPr marL="0" lvl="0" indent="0" algn="l" rtl="0">
              <a:lnSpc>
                <a:spcPct val="100000"/>
              </a:lnSpc>
              <a:spcBef>
                <a:spcPts val="1200"/>
              </a:spcBef>
              <a:spcAft>
                <a:spcPts val="0"/>
              </a:spcAft>
              <a:buSzPts val="1100"/>
              <a:buNone/>
            </a:pPr>
            <a:endParaRPr sz="1200" dirty="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2" name="Google Shape;51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In conclusion, our </a:t>
            </a:r>
            <a:r>
              <a:rPr lang="en" i="1" dirty="0">
                <a:solidFill>
                  <a:schemeClr val="dk1"/>
                </a:solidFill>
              </a:rPr>
              <a:t>Diabetes Prediction System</a:t>
            </a:r>
            <a:r>
              <a:rPr lang="en" dirty="0">
                <a:solidFill>
                  <a:schemeClr val="dk1"/>
                </a:solidFill>
              </a:rPr>
              <a:t> demonstrates the potential of machine learning in transforming healthcare decision-making. The system provides healthcare professionals with a powerful tool to predict diabetes risk, allowing for earlier interventions and ultimately improving patient outcomes.</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The model we’ve developed is both accurate and robust, with a 97% overall accuracy. However, there’s still room for improvement, particularly in recall for diabetic cases. We’ll continue to refine the model, improving its ability to identify diabetic cases and further enhancing its performance.</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Looking ahead, the deployment of this model into healthcare systems will allow for real-time diabetes risk predictions, offering actionable insights that healthcare providers can use to make better-informed decisions. We are excited about the future potential of this project to positively impact the healthcare sector.</a:t>
            </a:r>
            <a:endParaRPr dirty="0">
              <a:solidFill>
                <a:schemeClr val="dk1"/>
              </a:solidFill>
            </a:endParaRPr>
          </a:p>
          <a:p>
            <a:pPr marL="0" lvl="0" indent="0" algn="l" rtl="0">
              <a:lnSpc>
                <a:spcPct val="100000"/>
              </a:lnSpc>
              <a:spcBef>
                <a:spcPts val="1200"/>
              </a:spcBef>
              <a:spcAft>
                <a:spcPts val="0"/>
              </a:spcAft>
              <a:buSzPts val="1100"/>
              <a:buNone/>
            </a:pPr>
            <a:endParaRPr sz="1200" dirty="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6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713225" y="445025"/>
            <a:ext cx="4711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7" name="Google Shape;17;p3"/>
          <p:cNvSpPr txBox="1">
            <a:spLocks noGrp="1"/>
          </p:cNvSpPr>
          <p:nvPr>
            <p:ph type="body" idx="1"/>
          </p:nvPr>
        </p:nvSpPr>
        <p:spPr>
          <a:xfrm>
            <a:off x="713250" y="1272925"/>
            <a:ext cx="7717500" cy="32958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0"/>
              </a:spcBef>
              <a:spcAft>
                <a:spcPts val="0"/>
              </a:spcAft>
              <a:buClr>
                <a:schemeClr val="dk1"/>
              </a:buClr>
              <a:buSzPts val="1800"/>
              <a:buFont typeface="Lato"/>
              <a:buChar char="●"/>
              <a:defRPr sz="1100"/>
            </a:lvl1pPr>
            <a:lvl2pPr marL="914400" lvl="1" indent="-317500" algn="l">
              <a:lnSpc>
                <a:spcPct val="115000"/>
              </a:lnSpc>
              <a:spcBef>
                <a:spcPts val="0"/>
              </a:spcBef>
              <a:spcAft>
                <a:spcPts val="0"/>
              </a:spcAft>
              <a:buClr>
                <a:schemeClr val="dk1"/>
              </a:buClr>
              <a:buSzPts val="1400"/>
              <a:buFont typeface="Lato"/>
              <a:buChar char="○"/>
              <a:defRPr/>
            </a:lvl2pPr>
            <a:lvl3pPr marL="1371600" lvl="2" indent="-317500" algn="l">
              <a:lnSpc>
                <a:spcPct val="115000"/>
              </a:lnSpc>
              <a:spcBef>
                <a:spcPts val="0"/>
              </a:spcBef>
              <a:spcAft>
                <a:spcPts val="0"/>
              </a:spcAft>
              <a:buClr>
                <a:schemeClr val="dk1"/>
              </a:buClr>
              <a:buSzPts val="1400"/>
              <a:buFont typeface="Lato"/>
              <a:buChar char="■"/>
              <a:defRPr/>
            </a:lvl3pPr>
            <a:lvl4pPr marL="1828800" lvl="3" indent="-317500" algn="l">
              <a:lnSpc>
                <a:spcPct val="115000"/>
              </a:lnSpc>
              <a:spcBef>
                <a:spcPts val="0"/>
              </a:spcBef>
              <a:spcAft>
                <a:spcPts val="0"/>
              </a:spcAft>
              <a:buClr>
                <a:schemeClr val="dk1"/>
              </a:buClr>
              <a:buSzPts val="1400"/>
              <a:buFont typeface="Lato"/>
              <a:buChar char="●"/>
              <a:defRPr/>
            </a:lvl4pPr>
            <a:lvl5pPr marL="2286000" lvl="4" indent="-317500" algn="l">
              <a:lnSpc>
                <a:spcPct val="115000"/>
              </a:lnSpc>
              <a:spcBef>
                <a:spcPts val="0"/>
              </a:spcBef>
              <a:spcAft>
                <a:spcPts val="0"/>
              </a:spcAft>
              <a:buClr>
                <a:schemeClr val="dk1"/>
              </a:buClr>
              <a:buSzPts val="1400"/>
              <a:buFont typeface="Lato"/>
              <a:buChar char="○"/>
              <a:defRPr/>
            </a:lvl5pPr>
            <a:lvl6pPr marL="2743200" lvl="5" indent="-317500" algn="l">
              <a:lnSpc>
                <a:spcPct val="115000"/>
              </a:lnSpc>
              <a:spcBef>
                <a:spcPts val="0"/>
              </a:spcBef>
              <a:spcAft>
                <a:spcPts val="0"/>
              </a:spcAft>
              <a:buClr>
                <a:schemeClr val="dk1"/>
              </a:buClr>
              <a:buSzPts val="1400"/>
              <a:buFont typeface="Lato"/>
              <a:buChar char="■"/>
              <a:defRPr/>
            </a:lvl6pPr>
            <a:lvl7pPr marL="3200400" lvl="6" indent="-317500" algn="l">
              <a:lnSpc>
                <a:spcPct val="115000"/>
              </a:lnSpc>
              <a:spcBef>
                <a:spcPts val="0"/>
              </a:spcBef>
              <a:spcAft>
                <a:spcPts val="0"/>
              </a:spcAft>
              <a:buClr>
                <a:schemeClr val="dk1"/>
              </a:buClr>
              <a:buSzPts val="1400"/>
              <a:buFont typeface="Lato"/>
              <a:buChar char="●"/>
              <a:defRPr/>
            </a:lvl7pPr>
            <a:lvl8pPr marL="3657600" lvl="7" indent="-317500" algn="l">
              <a:lnSpc>
                <a:spcPct val="115000"/>
              </a:lnSpc>
              <a:spcBef>
                <a:spcPts val="0"/>
              </a:spcBef>
              <a:spcAft>
                <a:spcPts val="0"/>
              </a:spcAft>
              <a:buClr>
                <a:schemeClr val="dk1"/>
              </a:buClr>
              <a:buSzPts val="1400"/>
              <a:buFont typeface="Lato"/>
              <a:buChar char="○"/>
              <a:defRPr/>
            </a:lvl8pPr>
            <a:lvl9pPr marL="4114800" lvl="8" indent="-317500" algn="l">
              <a:lnSpc>
                <a:spcPct val="115000"/>
              </a:lnSpc>
              <a:spcBef>
                <a:spcPts val="0"/>
              </a:spcBef>
              <a:spcAft>
                <a:spcPts val="0"/>
              </a:spcAft>
              <a:buClr>
                <a:schemeClr val="dk1"/>
              </a:buClr>
              <a:buSzPts val="1400"/>
              <a:buFont typeface="Lato"/>
              <a:buChar char="■"/>
              <a:defRPr/>
            </a:lvl9pPr>
          </a:lstStyle>
          <a:p>
            <a:endParaRPr/>
          </a:p>
        </p:txBody>
      </p:sp>
      <p:cxnSp>
        <p:nvCxnSpPr>
          <p:cNvPr id="18" name="Google Shape;18;p3"/>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9" name="Google Shape;19;p3"/>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0" name="Google Shape;20;p3"/>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714550" y="2366272"/>
            <a:ext cx="3714900" cy="818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4"/>
              </a:buClr>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3" name="Google Shape;23;p4"/>
          <p:cNvSpPr txBox="1">
            <a:spLocks noGrp="1"/>
          </p:cNvSpPr>
          <p:nvPr>
            <p:ph type="title" idx="2"/>
          </p:nvPr>
        </p:nvSpPr>
        <p:spPr>
          <a:xfrm>
            <a:off x="3746550" y="1339163"/>
            <a:ext cx="1650900" cy="978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6000"/>
              <a:buNone/>
              <a:defRPr sz="7000">
                <a:solidFill>
                  <a:schemeClr val="accent1"/>
                </a:solidFill>
              </a:defRPr>
            </a:lvl1pPr>
            <a:lvl2pPr lvl="1" algn="ctr">
              <a:lnSpc>
                <a:spcPct val="100000"/>
              </a:lnSpc>
              <a:spcBef>
                <a:spcPts val="0"/>
              </a:spcBef>
              <a:spcAft>
                <a:spcPts val="0"/>
              </a:spcAft>
              <a:buSzPts val="6000"/>
              <a:buNone/>
              <a:defRPr sz="6000" b="1"/>
            </a:lvl2pPr>
            <a:lvl3pPr lvl="2" algn="ctr">
              <a:lnSpc>
                <a:spcPct val="100000"/>
              </a:lnSpc>
              <a:spcBef>
                <a:spcPts val="0"/>
              </a:spcBef>
              <a:spcAft>
                <a:spcPts val="0"/>
              </a:spcAft>
              <a:buSzPts val="6000"/>
              <a:buNone/>
              <a:defRPr sz="6000" b="1"/>
            </a:lvl3pPr>
            <a:lvl4pPr lvl="3" algn="ctr">
              <a:lnSpc>
                <a:spcPct val="100000"/>
              </a:lnSpc>
              <a:spcBef>
                <a:spcPts val="0"/>
              </a:spcBef>
              <a:spcAft>
                <a:spcPts val="0"/>
              </a:spcAft>
              <a:buSzPts val="6000"/>
              <a:buNone/>
              <a:defRPr sz="6000" b="1"/>
            </a:lvl4pPr>
            <a:lvl5pPr lvl="4" algn="ctr">
              <a:lnSpc>
                <a:spcPct val="100000"/>
              </a:lnSpc>
              <a:spcBef>
                <a:spcPts val="0"/>
              </a:spcBef>
              <a:spcAft>
                <a:spcPts val="0"/>
              </a:spcAft>
              <a:buSzPts val="6000"/>
              <a:buNone/>
              <a:defRPr sz="6000" b="1"/>
            </a:lvl5pPr>
            <a:lvl6pPr lvl="5" algn="ctr">
              <a:lnSpc>
                <a:spcPct val="100000"/>
              </a:lnSpc>
              <a:spcBef>
                <a:spcPts val="0"/>
              </a:spcBef>
              <a:spcAft>
                <a:spcPts val="0"/>
              </a:spcAft>
              <a:buSzPts val="6000"/>
              <a:buNone/>
              <a:defRPr sz="6000" b="1"/>
            </a:lvl6pPr>
            <a:lvl7pPr lvl="6" algn="ctr">
              <a:lnSpc>
                <a:spcPct val="100000"/>
              </a:lnSpc>
              <a:spcBef>
                <a:spcPts val="0"/>
              </a:spcBef>
              <a:spcAft>
                <a:spcPts val="0"/>
              </a:spcAft>
              <a:buSzPts val="6000"/>
              <a:buNone/>
              <a:defRPr sz="6000" b="1"/>
            </a:lvl7pPr>
            <a:lvl8pPr lvl="7" algn="ctr">
              <a:lnSpc>
                <a:spcPct val="100000"/>
              </a:lnSpc>
              <a:spcBef>
                <a:spcPts val="0"/>
              </a:spcBef>
              <a:spcAft>
                <a:spcPts val="0"/>
              </a:spcAft>
              <a:buSzPts val="6000"/>
              <a:buNone/>
              <a:defRPr sz="6000" b="1"/>
            </a:lvl8pPr>
            <a:lvl9pPr lvl="8" algn="ctr">
              <a:lnSpc>
                <a:spcPct val="100000"/>
              </a:lnSpc>
              <a:spcBef>
                <a:spcPts val="0"/>
              </a:spcBef>
              <a:spcAft>
                <a:spcPts val="0"/>
              </a:spcAft>
              <a:buSzPts val="6000"/>
              <a:buNone/>
              <a:defRPr sz="6000" b="1"/>
            </a:lvl9pPr>
          </a:lstStyle>
          <a:p>
            <a:endParaRPr/>
          </a:p>
        </p:txBody>
      </p:sp>
      <p:sp>
        <p:nvSpPr>
          <p:cNvPr id="24" name="Google Shape;24;p4"/>
          <p:cNvSpPr txBox="1">
            <a:spLocks noGrp="1"/>
          </p:cNvSpPr>
          <p:nvPr>
            <p:ph type="subTitle" idx="1"/>
          </p:nvPr>
        </p:nvSpPr>
        <p:spPr>
          <a:xfrm>
            <a:off x="2291400" y="3076675"/>
            <a:ext cx="4561200" cy="393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25" name="Google Shape;25;p4"/>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6" name="Google Shape;26;p4"/>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7" name="Google Shape;27;p4"/>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8" name="Google Shape;28;p4"/>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551449"/>
            <a:ext cx="2486100" cy="501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SzPts val="2400"/>
              <a:buFont typeface="Vidaloka"/>
              <a:buNone/>
              <a:defRPr sz="2400" b="1">
                <a:latin typeface="Vidaloka"/>
                <a:ea typeface="Vidaloka"/>
                <a:cs typeface="Vidaloka"/>
                <a:sym typeface="Vidaloka"/>
              </a:defRPr>
            </a:lvl2pPr>
            <a:lvl3pPr lvl="2" algn="ctr">
              <a:lnSpc>
                <a:spcPct val="115000"/>
              </a:lnSpc>
              <a:spcBef>
                <a:spcPts val="0"/>
              </a:spcBef>
              <a:spcAft>
                <a:spcPts val="0"/>
              </a:spcAft>
              <a:buSzPts val="2400"/>
              <a:buFont typeface="Vidaloka"/>
              <a:buNone/>
              <a:defRPr sz="2400" b="1">
                <a:latin typeface="Vidaloka"/>
                <a:ea typeface="Vidaloka"/>
                <a:cs typeface="Vidaloka"/>
                <a:sym typeface="Vidaloka"/>
              </a:defRPr>
            </a:lvl3pPr>
            <a:lvl4pPr lvl="3" algn="ctr">
              <a:lnSpc>
                <a:spcPct val="115000"/>
              </a:lnSpc>
              <a:spcBef>
                <a:spcPts val="0"/>
              </a:spcBef>
              <a:spcAft>
                <a:spcPts val="0"/>
              </a:spcAft>
              <a:buSzPts val="2400"/>
              <a:buFont typeface="Vidaloka"/>
              <a:buNone/>
              <a:defRPr sz="2400" b="1">
                <a:latin typeface="Vidaloka"/>
                <a:ea typeface="Vidaloka"/>
                <a:cs typeface="Vidaloka"/>
                <a:sym typeface="Vidaloka"/>
              </a:defRPr>
            </a:lvl4pPr>
            <a:lvl5pPr lvl="4" algn="ctr">
              <a:lnSpc>
                <a:spcPct val="115000"/>
              </a:lnSpc>
              <a:spcBef>
                <a:spcPts val="0"/>
              </a:spcBef>
              <a:spcAft>
                <a:spcPts val="0"/>
              </a:spcAft>
              <a:buSzPts val="2400"/>
              <a:buFont typeface="Vidaloka"/>
              <a:buNone/>
              <a:defRPr sz="2400" b="1">
                <a:latin typeface="Vidaloka"/>
                <a:ea typeface="Vidaloka"/>
                <a:cs typeface="Vidaloka"/>
                <a:sym typeface="Vidaloka"/>
              </a:defRPr>
            </a:lvl5pPr>
            <a:lvl6pPr lvl="5" algn="ctr">
              <a:lnSpc>
                <a:spcPct val="115000"/>
              </a:lnSpc>
              <a:spcBef>
                <a:spcPts val="0"/>
              </a:spcBef>
              <a:spcAft>
                <a:spcPts val="0"/>
              </a:spcAft>
              <a:buSzPts val="2400"/>
              <a:buFont typeface="Vidaloka"/>
              <a:buNone/>
              <a:defRPr sz="2400" b="1">
                <a:latin typeface="Vidaloka"/>
                <a:ea typeface="Vidaloka"/>
                <a:cs typeface="Vidaloka"/>
                <a:sym typeface="Vidaloka"/>
              </a:defRPr>
            </a:lvl6pPr>
            <a:lvl7pPr lvl="6" algn="ctr">
              <a:lnSpc>
                <a:spcPct val="115000"/>
              </a:lnSpc>
              <a:spcBef>
                <a:spcPts val="0"/>
              </a:spcBef>
              <a:spcAft>
                <a:spcPts val="0"/>
              </a:spcAft>
              <a:buSzPts val="2400"/>
              <a:buFont typeface="Vidaloka"/>
              <a:buNone/>
              <a:defRPr sz="2400" b="1">
                <a:latin typeface="Vidaloka"/>
                <a:ea typeface="Vidaloka"/>
                <a:cs typeface="Vidaloka"/>
                <a:sym typeface="Vidaloka"/>
              </a:defRPr>
            </a:lvl7pPr>
            <a:lvl8pPr lvl="7" algn="ctr">
              <a:lnSpc>
                <a:spcPct val="115000"/>
              </a:lnSpc>
              <a:spcBef>
                <a:spcPts val="0"/>
              </a:spcBef>
              <a:spcAft>
                <a:spcPts val="0"/>
              </a:spcAft>
              <a:buSzPts val="2400"/>
              <a:buFont typeface="Vidaloka"/>
              <a:buNone/>
              <a:defRPr sz="2400" b="1">
                <a:latin typeface="Vidaloka"/>
                <a:ea typeface="Vidaloka"/>
                <a:cs typeface="Vidaloka"/>
                <a:sym typeface="Vidaloka"/>
              </a:defRPr>
            </a:lvl8pPr>
            <a:lvl9pPr lvl="8" algn="ctr">
              <a:lnSpc>
                <a:spcPct val="115000"/>
              </a:lnSpc>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551449"/>
            <a:ext cx="2486100" cy="501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SzPts val="2400"/>
              <a:buFont typeface="Vidaloka"/>
              <a:buNone/>
              <a:defRPr sz="2400" b="1">
                <a:latin typeface="Vidaloka"/>
                <a:ea typeface="Vidaloka"/>
                <a:cs typeface="Vidaloka"/>
                <a:sym typeface="Vidaloka"/>
              </a:defRPr>
            </a:lvl2pPr>
            <a:lvl3pPr lvl="2" algn="ctr">
              <a:lnSpc>
                <a:spcPct val="115000"/>
              </a:lnSpc>
              <a:spcBef>
                <a:spcPts val="0"/>
              </a:spcBef>
              <a:spcAft>
                <a:spcPts val="0"/>
              </a:spcAft>
              <a:buSzPts val="2400"/>
              <a:buFont typeface="Vidaloka"/>
              <a:buNone/>
              <a:defRPr sz="2400" b="1">
                <a:latin typeface="Vidaloka"/>
                <a:ea typeface="Vidaloka"/>
                <a:cs typeface="Vidaloka"/>
                <a:sym typeface="Vidaloka"/>
              </a:defRPr>
            </a:lvl3pPr>
            <a:lvl4pPr lvl="3" algn="ctr">
              <a:lnSpc>
                <a:spcPct val="115000"/>
              </a:lnSpc>
              <a:spcBef>
                <a:spcPts val="0"/>
              </a:spcBef>
              <a:spcAft>
                <a:spcPts val="0"/>
              </a:spcAft>
              <a:buSzPts val="2400"/>
              <a:buFont typeface="Vidaloka"/>
              <a:buNone/>
              <a:defRPr sz="2400" b="1">
                <a:latin typeface="Vidaloka"/>
                <a:ea typeface="Vidaloka"/>
                <a:cs typeface="Vidaloka"/>
                <a:sym typeface="Vidaloka"/>
              </a:defRPr>
            </a:lvl4pPr>
            <a:lvl5pPr lvl="4" algn="ctr">
              <a:lnSpc>
                <a:spcPct val="115000"/>
              </a:lnSpc>
              <a:spcBef>
                <a:spcPts val="0"/>
              </a:spcBef>
              <a:spcAft>
                <a:spcPts val="0"/>
              </a:spcAft>
              <a:buSzPts val="2400"/>
              <a:buFont typeface="Vidaloka"/>
              <a:buNone/>
              <a:defRPr sz="2400" b="1">
                <a:latin typeface="Vidaloka"/>
                <a:ea typeface="Vidaloka"/>
                <a:cs typeface="Vidaloka"/>
                <a:sym typeface="Vidaloka"/>
              </a:defRPr>
            </a:lvl5pPr>
            <a:lvl6pPr lvl="5" algn="ctr">
              <a:lnSpc>
                <a:spcPct val="115000"/>
              </a:lnSpc>
              <a:spcBef>
                <a:spcPts val="0"/>
              </a:spcBef>
              <a:spcAft>
                <a:spcPts val="0"/>
              </a:spcAft>
              <a:buSzPts val="2400"/>
              <a:buFont typeface="Vidaloka"/>
              <a:buNone/>
              <a:defRPr sz="2400" b="1">
                <a:latin typeface="Vidaloka"/>
                <a:ea typeface="Vidaloka"/>
                <a:cs typeface="Vidaloka"/>
                <a:sym typeface="Vidaloka"/>
              </a:defRPr>
            </a:lvl6pPr>
            <a:lvl7pPr lvl="6" algn="ctr">
              <a:lnSpc>
                <a:spcPct val="115000"/>
              </a:lnSpc>
              <a:spcBef>
                <a:spcPts val="0"/>
              </a:spcBef>
              <a:spcAft>
                <a:spcPts val="0"/>
              </a:spcAft>
              <a:buSzPts val="2400"/>
              <a:buFont typeface="Vidaloka"/>
              <a:buNone/>
              <a:defRPr sz="2400" b="1">
                <a:latin typeface="Vidaloka"/>
                <a:ea typeface="Vidaloka"/>
                <a:cs typeface="Vidaloka"/>
                <a:sym typeface="Vidaloka"/>
              </a:defRPr>
            </a:lvl7pPr>
            <a:lvl8pPr lvl="7" algn="ctr">
              <a:lnSpc>
                <a:spcPct val="115000"/>
              </a:lnSpc>
              <a:spcBef>
                <a:spcPts val="0"/>
              </a:spcBef>
              <a:spcAft>
                <a:spcPts val="0"/>
              </a:spcAft>
              <a:buSzPts val="2400"/>
              <a:buFont typeface="Vidaloka"/>
              <a:buNone/>
              <a:defRPr sz="2400" b="1">
                <a:latin typeface="Vidaloka"/>
                <a:ea typeface="Vidaloka"/>
                <a:cs typeface="Vidaloka"/>
                <a:sym typeface="Vidaloka"/>
              </a:defRPr>
            </a:lvl8pPr>
            <a:lvl9pPr lvl="8" algn="ctr">
              <a:lnSpc>
                <a:spcPct val="115000"/>
              </a:lnSpc>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35" name="Google Shape;35;p5"/>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6" name="Google Shape;36;p5"/>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7" name="Google Shape;37;p5"/>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ubTitle" idx="1"/>
          </p:nvPr>
        </p:nvSpPr>
        <p:spPr>
          <a:xfrm>
            <a:off x="2247500" y="1433050"/>
            <a:ext cx="1838100" cy="357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a:endParaRPr/>
          </a:p>
        </p:txBody>
      </p:sp>
      <p:sp>
        <p:nvSpPr>
          <p:cNvPr id="44" name="Google Shape;44;p7"/>
          <p:cNvSpPr txBox="1">
            <a:spLocks noGrp="1"/>
          </p:cNvSpPr>
          <p:nvPr>
            <p:ph type="subTitle" idx="2"/>
          </p:nvPr>
        </p:nvSpPr>
        <p:spPr>
          <a:xfrm>
            <a:off x="2247500" y="1790050"/>
            <a:ext cx="5160300" cy="2754000"/>
          </a:xfrm>
          <a:prstGeom prst="rect">
            <a:avLst/>
          </a:prstGeom>
          <a:noFill/>
          <a:ln>
            <a:noFill/>
          </a:ln>
        </p:spPr>
        <p:txBody>
          <a:bodyPr spcFirstLastPara="1" wrap="square" lIns="91425" tIns="91425" rIns="91425" bIns="91425" anchor="t" anchorCtr="0">
            <a:noAutofit/>
          </a:bodyPr>
          <a:lstStyle>
            <a:lvl1pPr marR="50800" lvl="0" algn="l">
              <a:lnSpc>
                <a:spcPct val="166000"/>
              </a:lnSpc>
              <a:spcBef>
                <a:spcPts val="0"/>
              </a:spcBef>
              <a:spcAft>
                <a:spcPts val="0"/>
              </a:spcAft>
              <a:buClr>
                <a:schemeClr val="accent1"/>
              </a:buClr>
              <a:buSzPts val="1400"/>
              <a:buChar char="●"/>
              <a:defRPr sz="1400">
                <a:solidFill>
                  <a:srgbClr val="374957"/>
                </a:solidFill>
              </a:defRPr>
            </a:lvl1pPr>
            <a:lvl2pPr lvl="1" algn="ctr">
              <a:lnSpc>
                <a:spcPct val="115000"/>
              </a:lnSpc>
              <a:spcBef>
                <a:spcPts val="0"/>
              </a:spcBef>
              <a:spcAft>
                <a:spcPts val="0"/>
              </a:spcAft>
              <a:buClr>
                <a:schemeClr val="dk1"/>
              </a:buClr>
              <a:buSzPts val="1400"/>
              <a:buChar char="○"/>
              <a:defRPr/>
            </a:lvl2pPr>
            <a:lvl3pPr lvl="2" algn="ctr">
              <a:lnSpc>
                <a:spcPct val="115000"/>
              </a:lnSpc>
              <a:spcBef>
                <a:spcPts val="0"/>
              </a:spcBef>
              <a:spcAft>
                <a:spcPts val="0"/>
              </a:spcAft>
              <a:buClr>
                <a:schemeClr val="dk1"/>
              </a:buClr>
              <a:buSzPts val="1400"/>
              <a:buChar char="■"/>
              <a:defRPr/>
            </a:lvl3pPr>
            <a:lvl4pPr lvl="3" algn="ctr">
              <a:lnSpc>
                <a:spcPct val="115000"/>
              </a:lnSpc>
              <a:spcBef>
                <a:spcPts val="0"/>
              </a:spcBef>
              <a:spcAft>
                <a:spcPts val="0"/>
              </a:spcAft>
              <a:buClr>
                <a:schemeClr val="dk1"/>
              </a:buClr>
              <a:buSzPts val="1400"/>
              <a:buChar char="●"/>
              <a:defRPr/>
            </a:lvl4pPr>
            <a:lvl5pPr lvl="4" algn="ctr">
              <a:lnSpc>
                <a:spcPct val="115000"/>
              </a:lnSpc>
              <a:spcBef>
                <a:spcPts val="0"/>
              </a:spcBef>
              <a:spcAft>
                <a:spcPts val="0"/>
              </a:spcAft>
              <a:buClr>
                <a:schemeClr val="dk1"/>
              </a:buClr>
              <a:buSzPts val="1400"/>
              <a:buChar char="○"/>
              <a:defRPr/>
            </a:lvl5pPr>
            <a:lvl6pPr lvl="5" algn="ctr">
              <a:lnSpc>
                <a:spcPct val="115000"/>
              </a:lnSpc>
              <a:spcBef>
                <a:spcPts val="0"/>
              </a:spcBef>
              <a:spcAft>
                <a:spcPts val="0"/>
              </a:spcAft>
              <a:buClr>
                <a:schemeClr val="dk1"/>
              </a:buClr>
              <a:buSzPts val="1400"/>
              <a:buChar char="■"/>
              <a:defRPr/>
            </a:lvl6pPr>
            <a:lvl7pPr lvl="6" algn="ctr">
              <a:lnSpc>
                <a:spcPct val="115000"/>
              </a:lnSpc>
              <a:spcBef>
                <a:spcPts val="0"/>
              </a:spcBef>
              <a:spcAft>
                <a:spcPts val="0"/>
              </a:spcAft>
              <a:buClr>
                <a:schemeClr val="dk1"/>
              </a:buClr>
              <a:buSzPts val="1400"/>
              <a:buChar char="●"/>
              <a:defRPr/>
            </a:lvl7pPr>
            <a:lvl8pPr lvl="7" algn="ctr">
              <a:lnSpc>
                <a:spcPct val="115000"/>
              </a:lnSpc>
              <a:spcBef>
                <a:spcPts val="0"/>
              </a:spcBef>
              <a:spcAft>
                <a:spcPts val="0"/>
              </a:spcAft>
              <a:buClr>
                <a:schemeClr val="dk1"/>
              </a:buClr>
              <a:buSzPts val="1400"/>
              <a:buChar char="○"/>
              <a:defRPr/>
            </a:lvl8pPr>
            <a:lvl9pPr lvl="8" algn="ctr">
              <a:lnSpc>
                <a:spcPct val="115000"/>
              </a:lnSpc>
              <a:spcBef>
                <a:spcPts val="0"/>
              </a:spcBef>
              <a:spcAft>
                <a:spcPts val="0"/>
              </a:spcAft>
              <a:buClr>
                <a:schemeClr val="dk1"/>
              </a:buClr>
              <a:buSzPts val="1400"/>
              <a:buChar char="■"/>
              <a:defRPr/>
            </a:lvl9pPr>
          </a:lstStyle>
          <a:p>
            <a:endParaRPr/>
          </a:p>
        </p:txBody>
      </p:sp>
      <p:sp>
        <p:nvSpPr>
          <p:cNvPr id="45" name="Google Shape;45;p7"/>
          <p:cNvSpPr txBox="1">
            <a:spLocks noGrp="1"/>
          </p:cNvSpPr>
          <p:nvPr>
            <p:ph type="title"/>
          </p:nvPr>
        </p:nvSpPr>
        <p:spPr>
          <a:xfrm>
            <a:off x="713225" y="445025"/>
            <a:ext cx="4297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cxnSp>
        <p:nvCxnSpPr>
          <p:cNvPr id="46" name="Google Shape;46;p7"/>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7" name="Google Shape;47;p7"/>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122500" y="1073000"/>
            <a:ext cx="6899100" cy="2856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4800"/>
              <a:buNone/>
              <a:defRPr sz="96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cxnSp>
        <p:nvCxnSpPr>
          <p:cNvPr id="50" name="Google Shape;50;p8"/>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51" name="Google Shape;51;p8"/>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52" name="Google Shape;52;p8"/>
          <p:cNvCxnSpPr/>
          <p:nvPr/>
        </p:nvCxnSpPr>
        <p:spPr>
          <a:xfrm flipH="1">
            <a:off x="7093250" y="3935075"/>
            <a:ext cx="2332800" cy="1347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53" name="Google Shape;53;p8"/>
          <p:cNvCxnSpPr/>
          <p:nvPr/>
        </p:nvCxnSpPr>
        <p:spPr>
          <a:xfrm flipH="1">
            <a:off x="-420450" y="-121600"/>
            <a:ext cx="2332800" cy="1347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1"/>
              </a:buClr>
              <a:buSzPts val="1400"/>
              <a:buChar char="●"/>
              <a:defRPr sz="1400"/>
            </a:lvl1pPr>
            <a:lvl2pPr lvl="1" algn="ctr">
              <a:lnSpc>
                <a:spcPct val="115000"/>
              </a:lnSpc>
              <a:spcBef>
                <a:spcPts val="0"/>
              </a:spcBef>
              <a:spcAft>
                <a:spcPts val="0"/>
              </a:spcAft>
              <a:buSzPts val="1400"/>
              <a:buChar char="○"/>
              <a:defRPr/>
            </a:lvl2pPr>
            <a:lvl3pPr lvl="2" algn="ctr">
              <a:lnSpc>
                <a:spcPct val="115000"/>
              </a:lnSpc>
              <a:spcBef>
                <a:spcPts val="0"/>
              </a:spcBef>
              <a:spcAft>
                <a:spcPts val="0"/>
              </a:spcAft>
              <a:buSzPts val="1400"/>
              <a:buChar char="■"/>
              <a:defRPr/>
            </a:lvl3pPr>
            <a:lvl4pPr lvl="3" algn="ctr">
              <a:lnSpc>
                <a:spcPct val="115000"/>
              </a:lnSpc>
              <a:spcBef>
                <a:spcPts val="0"/>
              </a:spcBef>
              <a:spcAft>
                <a:spcPts val="0"/>
              </a:spcAft>
              <a:buSzPts val="1400"/>
              <a:buChar char="●"/>
              <a:defRPr/>
            </a:lvl4pPr>
            <a:lvl5pPr lvl="4" algn="ctr">
              <a:lnSpc>
                <a:spcPct val="115000"/>
              </a:lnSpc>
              <a:spcBef>
                <a:spcPts val="0"/>
              </a:spcBef>
              <a:spcAft>
                <a:spcPts val="0"/>
              </a:spcAft>
              <a:buSzPts val="1400"/>
              <a:buChar char="○"/>
              <a:defRPr/>
            </a:lvl5pPr>
            <a:lvl6pPr lvl="5" algn="ctr">
              <a:lnSpc>
                <a:spcPct val="115000"/>
              </a:lnSpc>
              <a:spcBef>
                <a:spcPts val="0"/>
              </a:spcBef>
              <a:spcAft>
                <a:spcPts val="0"/>
              </a:spcAft>
              <a:buSzPts val="1400"/>
              <a:buChar char="■"/>
              <a:defRPr/>
            </a:lvl6pPr>
            <a:lvl7pPr lvl="6" algn="ctr">
              <a:lnSpc>
                <a:spcPct val="115000"/>
              </a:lnSpc>
              <a:spcBef>
                <a:spcPts val="0"/>
              </a:spcBef>
              <a:spcAft>
                <a:spcPts val="0"/>
              </a:spcAft>
              <a:buSzPts val="1400"/>
              <a:buChar char="●"/>
              <a:defRPr/>
            </a:lvl7pPr>
            <a:lvl8pPr lvl="7" algn="ctr">
              <a:lnSpc>
                <a:spcPct val="115000"/>
              </a:lnSpc>
              <a:spcBef>
                <a:spcPts val="0"/>
              </a:spcBef>
              <a:spcAft>
                <a:spcPts val="0"/>
              </a:spcAft>
              <a:buSzPts val="1400"/>
              <a:buChar char="○"/>
              <a:defRPr/>
            </a:lvl8pPr>
            <a:lvl9pPr lvl="8" algn="ctr">
              <a:lnSpc>
                <a:spcPct val="115000"/>
              </a:lnSpc>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713225" y="441927"/>
            <a:ext cx="3557100" cy="977700"/>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0"/>
              </a:spcBef>
              <a:spcAft>
                <a:spcPts val="0"/>
              </a:spcAft>
              <a:buSzPts val="1800"/>
              <a:buNone/>
              <a:defRPr sz="3000">
                <a:latin typeface="Vidaloka"/>
                <a:ea typeface="Vidaloka"/>
                <a:cs typeface="Vidaloka"/>
                <a:sym typeface="Vidaloka"/>
              </a:defRPr>
            </a:lvl1pPr>
          </a:lstStyle>
          <a:p>
            <a:endParaRPr/>
          </a:p>
        </p:txBody>
      </p:sp>
      <p:cxnSp>
        <p:nvCxnSpPr>
          <p:cNvPr id="62" name="Google Shape;62;p10"/>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63" name="Google Shape;63;p10"/>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64" name="Google Shape;64;p10"/>
          <p:cNvCxnSpPr/>
          <p:nvPr/>
        </p:nvCxnSpPr>
        <p:spPr>
          <a:xfrm rot="10800000" flipH="1">
            <a:off x="6144975" y="3103725"/>
            <a:ext cx="3118200" cy="22011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11"/>
          <p:cNvSpPr txBox="1">
            <a:spLocks noGrp="1"/>
          </p:cNvSpPr>
          <p:nvPr>
            <p:ph type="title" hasCustomPrompt="1"/>
          </p:nvPr>
        </p:nvSpPr>
        <p:spPr>
          <a:xfrm>
            <a:off x="713225" y="1345363"/>
            <a:ext cx="7717500" cy="1644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0"/>
              <a:buNone/>
              <a:defRPr sz="12000">
                <a:solidFill>
                  <a:schemeClr val="accent1"/>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11"/>
          <p:cNvSpPr txBox="1">
            <a:spLocks noGrp="1"/>
          </p:cNvSpPr>
          <p:nvPr>
            <p:ph type="subTitle" idx="1"/>
          </p:nvPr>
        </p:nvSpPr>
        <p:spPr>
          <a:xfrm>
            <a:off x="1514325" y="3188648"/>
            <a:ext cx="6120300" cy="37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600"/>
              <a:buNone/>
              <a:defRPr sz="1600"/>
            </a:lvl1pPr>
            <a:lvl2pPr lvl="1" algn="ctr">
              <a:lnSpc>
                <a:spcPct val="115000"/>
              </a:lnSpc>
              <a:spcBef>
                <a:spcPts val="0"/>
              </a:spcBef>
              <a:spcAft>
                <a:spcPts val="0"/>
              </a:spcAft>
              <a:buSzPts val="1600"/>
              <a:buNone/>
              <a:defRPr sz="1600"/>
            </a:lvl2pPr>
            <a:lvl3pPr lvl="2" algn="ctr">
              <a:lnSpc>
                <a:spcPct val="115000"/>
              </a:lnSpc>
              <a:spcBef>
                <a:spcPts val="0"/>
              </a:spcBef>
              <a:spcAft>
                <a:spcPts val="0"/>
              </a:spcAft>
              <a:buSzPts val="1600"/>
              <a:buNone/>
              <a:defRPr sz="1600"/>
            </a:lvl3pPr>
            <a:lvl4pPr lvl="3" algn="ctr">
              <a:lnSpc>
                <a:spcPct val="115000"/>
              </a:lnSpc>
              <a:spcBef>
                <a:spcPts val="0"/>
              </a:spcBef>
              <a:spcAft>
                <a:spcPts val="0"/>
              </a:spcAft>
              <a:buSzPts val="1600"/>
              <a:buNone/>
              <a:defRPr sz="1600"/>
            </a:lvl4pPr>
            <a:lvl5pPr lvl="4" algn="ctr">
              <a:lnSpc>
                <a:spcPct val="115000"/>
              </a:lnSpc>
              <a:spcBef>
                <a:spcPts val="0"/>
              </a:spcBef>
              <a:spcAft>
                <a:spcPts val="0"/>
              </a:spcAft>
              <a:buSzPts val="1600"/>
              <a:buNone/>
              <a:defRPr sz="1600"/>
            </a:lvl5pPr>
            <a:lvl6pPr lvl="5" algn="ctr">
              <a:lnSpc>
                <a:spcPct val="115000"/>
              </a:lnSpc>
              <a:spcBef>
                <a:spcPts val="0"/>
              </a:spcBef>
              <a:spcAft>
                <a:spcPts val="0"/>
              </a:spcAft>
              <a:buSzPts val="1600"/>
              <a:buNone/>
              <a:defRPr sz="1600"/>
            </a:lvl6pPr>
            <a:lvl7pPr lvl="6" algn="ctr">
              <a:lnSpc>
                <a:spcPct val="115000"/>
              </a:lnSpc>
              <a:spcBef>
                <a:spcPts val="0"/>
              </a:spcBef>
              <a:spcAft>
                <a:spcPts val="0"/>
              </a:spcAft>
              <a:buSzPts val="1600"/>
              <a:buNone/>
              <a:defRPr sz="1600"/>
            </a:lvl7pPr>
            <a:lvl8pPr lvl="7" algn="ctr">
              <a:lnSpc>
                <a:spcPct val="115000"/>
              </a:lnSpc>
              <a:spcBef>
                <a:spcPts val="0"/>
              </a:spcBef>
              <a:spcAft>
                <a:spcPts val="0"/>
              </a:spcAft>
              <a:buSzPts val="1600"/>
              <a:buNone/>
              <a:defRPr sz="1600"/>
            </a:lvl8pPr>
            <a:lvl9pPr lvl="8" algn="ctr">
              <a:lnSpc>
                <a:spcPct val="115000"/>
              </a:lnSpc>
              <a:spcBef>
                <a:spcPts val="0"/>
              </a:spcBef>
              <a:spcAft>
                <a:spcPts val="0"/>
              </a:spcAft>
              <a:buSzPts val="1600"/>
              <a:buNone/>
              <a:defRPr sz="1600"/>
            </a:lvl9pPr>
          </a:lstStyle>
          <a:p>
            <a:endParaRPr/>
          </a:p>
        </p:txBody>
      </p:sp>
      <p:cxnSp>
        <p:nvCxnSpPr>
          <p:cNvPr id="68" name="Google Shape;68;p11"/>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69" name="Google Shape;69;p11"/>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70" name="Google Shape;70;p1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71" name="Google Shape;71;p1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3" name="Google Shape;83;p13"/>
          <p:cNvSpPr txBox="1">
            <a:spLocks noGrp="1"/>
          </p:cNvSpPr>
          <p:nvPr>
            <p:ph type="title" idx="9"/>
          </p:nvPr>
        </p:nvSpPr>
        <p:spPr>
          <a:xfrm>
            <a:off x="2378650" y="1303588"/>
            <a:ext cx="1039200" cy="667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2"/>
              </a:buClr>
              <a:buSzPts val="4000"/>
              <a:buNone/>
              <a:defRPr sz="3800">
                <a:solidFill>
                  <a:schemeClr val="accent1"/>
                </a:solidFill>
              </a:defRPr>
            </a:lvl1pPr>
            <a:lvl2pPr lvl="1" algn="ctr">
              <a:lnSpc>
                <a:spcPct val="100000"/>
              </a:lnSpc>
              <a:spcBef>
                <a:spcPts val="0"/>
              </a:spcBef>
              <a:spcAft>
                <a:spcPts val="0"/>
              </a:spcAft>
              <a:buClr>
                <a:schemeClr val="dk2"/>
              </a:buClr>
              <a:buSzPts val="4000"/>
              <a:buNone/>
              <a:defRPr sz="4000">
                <a:solidFill>
                  <a:schemeClr val="dk2"/>
                </a:solidFill>
              </a:defRPr>
            </a:lvl2pPr>
            <a:lvl3pPr lvl="2" algn="ctr">
              <a:lnSpc>
                <a:spcPct val="100000"/>
              </a:lnSpc>
              <a:spcBef>
                <a:spcPts val="0"/>
              </a:spcBef>
              <a:spcAft>
                <a:spcPts val="0"/>
              </a:spcAft>
              <a:buClr>
                <a:schemeClr val="dk2"/>
              </a:buClr>
              <a:buSzPts val="4000"/>
              <a:buNone/>
              <a:defRPr sz="4000">
                <a:solidFill>
                  <a:schemeClr val="dk2"/>
                </a:solidFill>
              </a:defRPr>
            </a:lvl3pPr>
            <a:lvl4pPr lvl="3" algn="ctr">
              <a:lnSpc>
                <a:spcPct val="100000"/>
              </a:lnSpc>
              <a:spcBef>
                <a:spcPts val="0"/>
              </a:spcBef>
              <a:spcAft>
                <a:spcPts val="0"/>
              </a:spcAft>
              <a:buClr>
                <a:schemeClr val="dk2"/>
              </a:buClr>
              <a:buSzPts val="4000"/>
              <a:buNone/>
              <a:defRPr sz="4000">
                <a:solidFill>
                  <a:schemeClr val="dk2"/>
                </a:solidFill>
              </a:defRPr>
            </a:lvl4pPr>
            <a:lvl5pPr lvl="4" algn="ctr">
              <a:lnSpc>
                <a:spcPct val="100000"/>
              </a:lnSpc>
              <a:spcBef>
                <a:spcPts val="0"/>
              </a:spcBef>
              <a:spcAft>
                <a:spcPts val="0"/>
              </a:spcAft>
              <a:buClr>
                <a:schemeClr val="dk2"/>
              </a:buClr>
              <a:buSzPts val="4000"/>
              <a:buNone/>
              <a:defRPr sz="4000">
                <a:solidFill>
                  <a:schemeClr val="dk2"/>
                </a:solidFill>
              </a:defRPr>
            </a:lvl5pPr>
            <a:lvl6pPr lvl="5" algn="ctr">
              <a:lnSpc>
                <a:spcPct val="100000"/>
              </a:lnSpc>
              <a:spcBef>
                <a:spcPts val="0"/>
              </a:spcBef>
              <a:spcAft>
                <a:spcPts val="0"/>
              </a:spcAft>
              <a:buClr>
                <a:schemeClr val="dk2"/>
              </a:buClr>
              <a:buSzPts val="4000"/>
              <a:buNone/>
              <a:defRPr sz="4000">
                <a:solidFill>
                  <a:schemeClr val="dk2"/>
                </a:solidFill>
              </a:defRPr>
            </a:lvl6pPr>
            <a:lvl7pPr lvl="6" algn="ctr">
              <a:lnSpc>
                <a:spcPct val="100000"/>
              </a:lnSpc>
              <a:spcBef>
                <a:spcPts val="0"/>
              </a:spcBef>
              <a:spcAft>
                <a:spcPts val="0"/>
              </a:spcAft>
              <a:buClr>
                <a:schemeClr val="dk2"/>
              </a:buClr>
              <a:buSzPts val="4000"/>
              <a:buNone/>
              <a:defRPr sz="4000">
                <a:solidFill>
                  <a:schemeClr val="dk2"/>
                </a:solidFill>
              </a:defRPr>
            </a:lvl7pPr>
            <a:lvl8pPr lvl="7" algn="ctr">
              <a:lnSpc>
                <a:spcPct val="100000"/>
              </a:lnSpc>
              <a:spcBef>
                <a:spcPts val="0"/>
              </a:spcBef>
              <a:spcAft>
                <a:spcPts val="0"/>
              </a:spcAft>
              <a:buClr>
                <a:schemeClr val="dk2"/>
              </a:buClr>
              <a:buSzPts val="4000"/>
              <a:buNone/>
              <a:defRPr sz="4000">
                <a:solidFill>
                  <a:schemeClr val="dk2"/>
                </a:solidFill>
              </a:defRPr>
            </a:lvl8pPr>
            <a:lvl9pPr lvl="8" algn="ctr">
              <a:lnSpc>
                <a:spcPct val="100000"/>
              </a:lnSpc>
              <a:spcBef>
                <a:spcPts val="0"/>
              </a:spcBef>
              <a:spcAft>
                <a:spcPts val="0"/>
              </a:spcAft>
              <a:buClr>
                <a:schemeClr val="dk2"/>
              </a:buClr>
              <a:buSzPts val="4000"/>
              <a:buNone/>
              <a:defRPr sz="4000">
                <a:solidFill>
                  <a:schemeClr val="dk2"/>
                </a:solidFill>
              </a:defRPr>
            </a:lvl9pPr>
          </a:lstStyle>
          <a:p>
            <a:endParaRPr/>
          </a:p>
        </p:txBody>
      </p:sp>
      <p:sp>
        <p:nvSpPr>
          <p:cNvPr id="84" name="Google Shape;84;p13"/>
          <p:cNvSpPr txBox="1">
            <a:spLocks noGrp="1"/>
          </p:cNvSpPr>
          <p:nvPr>
            <p:ph type="title" idx="13"/>
          </p:nvPr>
        </p:nvSpPr>
        <p:spPr>
          <a:xfrm>
            <a:off x="5724450" y="1303588"/>
            <a:ext cx="1039200" cy="667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2"/>
              </a:buClr>
              <a:buSzPts val="4000"/>
              <a:buNone/>
              <a:defRPr sz="3800">
                <a:solidFill>
                  <a:schemeClr val="accent1"/>
                </a:solidFill>
              </a:defRPr>
            </a:lvl1pPr>
            <a:lvl2pPr lvl="1" algn="ctr">
              <a:lnSpc>
                <a:spcPct val="100000"/>
              </a:lnSpc>
              <a:spcBef>
                <a:spcPts val="0"/>
              </a:spcBef>
              <a:spcAft>
                <a:spcPts val="0"/>
              </a:spcAft>
              <a:buClr>
                <a:schemeClr val="dk2"/>
              </a:buClr>
              <a:buSzPts val="4000"/>
              <a:buNone/>
              <a:defRPr sz="4000">
                <a:solidFill>
                  <a:schemeClr val="dk2"/>
                </a:solidFill>
              </a:defRPr>
            </a:lvl2pPr>
            <a:lvl3pPr lvl="2" algn="ctr">
              <a:lnSpc>
                <a:spcPct val="100000"/>
              </a:lnSpc>
              <a:spcBef>
                <a:spcPts val="0"/>
              </a:spcBef>
              <a:spcAft>
                <a:spcPts val="0"/>
              </a:spcAft>
              <a:buClr>
                <a:schemeClr val="dk2"/>
              </a:buClr>
              <a:buSzPts val="4000"/>
              <a:buNone/>
              <a:defRPr sz="4000">
                <a:solidFill>
                  <a:schemeClr val="dk2"/>
                </a:solidFill>
              </a:defRPr>
            </a:lvl3pPr>
            <a:lvl4pPr lvl="3" algn="ctr">
              <a:lnSpc>
                <a:spcPct val="100000"/>
              </a:lnSpc>
              <a:spcBef>
                <a:spcPts val="0"/>
              </a:spcBef>
              <a:spcAft>
                <a:spcPts val="0"/>
              </a:spcAft>
              <a:buClr>
                <a:schemeClr val="dk2"/>
              </a:buClr>
              <a:buSzPts val="4000"/>
              <a:buNone/>
              <a:defRPr sz="4000">
                <a:solidFill>
                  <a:schemeClr val="dk2"/>
                </a:solidFill>
              </a:defRPr>
            </a:lvl4pPr>
            <a:lvl5pPr lvl="4" algn="ctr">
              <a:lnSpc>
                <a:spcPct val="100000"/>
              </a:lnSpc>
              <a:spcBef>
                <a:spcPts val="0"/>
              </a:spcBef>
              <a:spcAft>
                <a:spcPts val="0"/>
              </a:spcAft>
              <a:buClr>
                <a:schemeClr val="dk2"/>
              </a:buClr>
              <a:buSzPts val="4000"/>
              <a:buNone/>
              <a:defRPr sz="4000">
                <a:solidFill>
                  <a:schemeClr val="dk2"/>
                </a:solidFill>
              </a:defRPr>
            </a:lvl5pPr>
            <a:lvl6pPr lvl="5" algn="ctr">
              <a:lnSpc>
                <a:spcPct val="100000"/>
              </a:lnSpc>
              <a:spcBef>
                <a:spcPts val="0"/>
              </a:spcBef>
              <a:spcAft>
                <a:spcPts val="0"/>
              </a:spcAft>
              <a:buClr>
                <a:schemeClr val="dk2"/>
              </a:buClr>
              <a:buSzPts val="4000"/>
              <a:buNone/>
              <a:defRPr sz="4000">
                <a:solidFill>
                  <a:schemeClr val="dk2"/>
                </a:solidFill>
              </a:defRPr>
            </a:lvl6pPr>
            <a:lvl7pPr lvl="6" algn="ctr">
              <a:lnSpc>
                <a:spcPct val="100000"/>
              </a:lnSpc>
              <a:spcBef>
                <a:spcPts val="0"/>
              </a:spcBef>
              <a:spcAft>
                <a:spcPts val="0"/>
              </a:spcAft>
              <a:buClr>
                <a:schemeClr val="dk2"/>
              </a:buClr>
              <a:buSzPts val="4000"/>
              <a:buNone/>
              <a:defRPr sz="4000">
                <a:solidFill>
                  <a:schemeClr val="dk2"/>
                </a:solidFill>
              </a:defRPr>
            </a:lvl7pPr>
            <a:lvl8pPr lvl="7" algn="ctr">
              <a:lnSpc>
                <a:spcPct val="100000"/>
              </a:lnSpc>
              <a:spcBef>
                <a:spcPts val="0"/>
              </a:spcBef>
              <a:spcAft>
                <a:spcPts val="0"/>
              </a:spcAft>
              <a:buClr>
                <a:schemeClr val="dk2"/>
              </a:buClr>
              <a:buSzPts val="4000"/>
              <a:buNone/>
              <a:defRPr sz="4000">
                <a:solidFill>
                  <a:schemeClr val="dk2"/>
                </a:solidFill>
              </a:defRPr>
            </a:lvl8pPr>
            <a:lvl9pPr lvl="8" algn="ctr">
              <a:lnSpc>
                <a:spcPct val="100000"/>
              </a:lnSpc>
              <a:spcBef>
                <a:spcPts val="0"/>
              </a:spcBef>
              <a:spcAft>
                <a:spcPts val="0"/>
              </a:spcAft>
              <a:buClr>
                <a:schemeClr val="dk2"/>
              </a:buClr>
              <a:buSzPts val="4000"/>
              <a:buNone/>
              <a:defRPr sz="4000">
                <a:solidFill>
                  <a:schemeClr val="dk2"/>
                </a:solidFill>
              </a:defRPr>
            </a:lvl9pPr>
          </a:lstStyle>
          <a:p>
            <a:endParaRPr/>
          </a:p>
        </p:txBody>
      </p:sp>
      <p:sp>
        <p:nvSpPr>
          <p:cNvPr id="85" name="Google Shape;85;p13"/>
          <p:cNvSpPr txBox="1">
            <a:spLocks noGrp="1"/>
          </p:cNvSpPr>
          <p:nvPr>
            <p:ph type="title" idx="14"/>
          </p:nvPr>
        </p:nvSpPr>
        <p:spPr>
          <a:xfrm>
            <a:off x="2378700" y="3082738"/>
            <a:ext cx="1039200" cy="667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2"/>
              </a:buClr>
              <a:buSzPts val="4000"/>
              <a:buNone/>
              <a:defRPr sz="3800">
                <a:solidFill>
                  <a:schemeClr val="accent1"/>
                </a:solidFill>
              </a:defRPr>
            </a:lvl1pPr>
            <a:lvl2pPr lvl="1" algn="ctr">
              <a:lnSpc>
                <a:spcPct val="100000"/>
              </a:lnSpc>
              <a:spcBef>
                <a:spcPts val="0"/>
              </a:spcBef>
              <a:spcAft>
                <a:spcPts val="0"/>
              </a:spcAft>
              <a:buClr>
                <a:schemeClr val="dk2"/>
              </a:buClr>
              <a:buSzPts val="4000"/>
              <a:buNone/>
              <a:defRPr sz="4000">
                <a:solidFill>
                  <a:schemeClr val="dk2"/>
                </a:solidFill>
              </a:defRPr>
            </a:lvl2pPr>
            <a:lvl3pPr lvl="2" algn="ctr">
              <a:lnSpc>
                <a:spcPct val="100000"/>
              </a:lnSpc>
              <a:spcBef>
                <a:spcPts val="0"/>
              </a:spcBef>
              <a:spcAft>
                <a:spcPts val="0"/>
              </a:spcAft>
              <a:buClr>
                <a:schemeClr val="dk2"/>
              </a:buClr>
              <a:buSzPts val="4000"/>
              <a:buNone/>
              <a:defRPr sz="4000">
                <a:solidFill>
                  <a:schemeClr val="dk2"/>
                </a:solidFill>
              </a:defRPr>
            </a:lvl3pPr>
            <a:lvl4pPr lvl="3" algn="ctr">
              <a:lnSpc>
                <a:spcPct val="100000"/>
              </a:lnSpc>
              <a:spcBef>
                <a:spcPts val="0"/>
              </a:spcBef>
              <a:spcAft>
                <a:spcPts val="0"/>
              </a:spcAft>
              <a:buClr>
                <a:schemeClr val="dk2"/>
              </a:buClr>
              <a:buSzPts val="4000"/>
              <a:buNone/>
              <a:defRPr sz="4000">
                <a:solidFill>
                  <a:schemeClr val="dk2"/>
                </a:solidFill>
              </a:defRPr>
            </a:lvl4pPr>
            <a:lvl5pPr lvl="4" algn="ctr">
              <a:lnSpc>
                <a:spcPct val="100000"/>
              </a:lnSpc>
              <a:spcBef>
                <a:spcPts val="0"/>
              </a:spcBef>
              <a:spcAft>
                <a:spcPts val="0"/>
              </a:spcAft>
              <a:buClr>
                <a:schemeClr val="dk2"/>
              </a:buClr>
              <a:buSzPts val="4000"/>
              <a:buNone/>
              <a:defRPr sz="4000">
                <a:solidFill>
                  <a:schemeClr val="dk2"/>
                </a:solidFill>
              </a:defRPr>
            </a:lvl5pPr>
            <a:lvl6pPr lvl="5" algn="ctr">
              <a:lnSpc>
                <a:spcPct val="100000"/>
              </a:lnSpc>
              <a:spcBef>
                <a:spcPts val="0"/>
              </a:spcBef>
              <a:spcAft>
                <a:spcPts val="0"/>
              </a:spcAft>
              <a:buClr>
                <a:schemeClr val="dk2"/>
              </a:buClr>
              <a:buSzPts val="4000"/>
              <a:buNone/>
              <a:defRPr sz="4000">
                <a:solidFill>
                  <a:schemeClr val="dk2"/>
                </a:solidFill>
              </a:defRPr>
            </a:lvl6pPr>
            <a:lvl7pPr lvl="6" algn="ctr">
              <a:lnSpc>
                <a:spcPct val="100000"/>
              </a:lnSpc>
              <a:spcBef>
                <a:spcPts val="0"/>
              </a:spcBef>
              <a:spcAft>
                <a:spcPts val="0"/>
              </a:spcAft>
              <a:buClr>
                <a:schemeClr val="dk2"/>
              </a:buClr>
              <a:buSzPts val="4000"/>
              <a:buNone/>
              <a:defRPr sz="4000">
                <a:solidFill>
                  <a:schemeClr val="dk2"/>
                </a:solidFill>
              </a:defRPr>
            </a:lvl7pPr>
            <a:lvl8pPr lvl="7" algn="ctr">
              <a:lnSpc>
                <a:spcPct val="100000"/>
              </a:lnSpc>
              <a:spcBef>
                <a:spcPts val="0"/>
              </a:spcBef>
              <a:spcAft>
                <a:spcPts val="0"/>
              </a:spcAft>
              <a:buClr>
                <a:schemeClr val="dk2"/>
              </a:buClr>
              <a:buSzPts val="4000"/>
              <a:buNone/>
              <a:defRPr sz="4000">
                <a:solidFill>
                  <a:schemeClr val="dk2"/>
                </a:solidFill>
              </a:defRPr>
            </a:lvl8pPr>
            <a:lvl9pPr lvl="8" algn="ctr">
              <a:lnSpc>
                <a:spcPct val="100000"/>
              </a:lnSpc>
              <a:spcBef>
                <a:spcPts val="0"/>
              </a:spcBef>
              <a:spcAft>
                <a:spcPts val="0"/>
              </a:spcAft>
              <a:buClr>
                <a:schemeClr val="dk2"/>
              </a:buClr>
              <a:buSzPts val="4000"/>
              <a:buNone/>
              <a:defRPr sz="4000">
                <a:solidFill>
                  <a:schemeClr val="dk2"/>
                </a:solidFill>
              </a:defRPr>
            </a:lvl9pPr>
          </a:lstStyle>
          <a:p>
            <a:endParaRPr/>
          </a:p>
        </p:txBody>
      </p:sp>
      <p:sp>
        <p:nvSpPr>
          <p:cNvPr id="86" name="Google Shape;86;p13"/>
          <p:cNvSpPr txBox="1">
            <a:spLocks noGrp="1"/>
          </p:cNvSpPr>
          <p:nvPr>
            <p:ph type="title" idx="15"/>
          </p:nvPr>
        </p:nvSpPr>
        <p:spPr>
          <a:xfrm>
            <a:off x="5724450" y="3082738"/>
            <a:ext cx="1039200" cy="667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2"/>
              </a:buClr>
              <a:buSzPts val="4000"/>
              <a:buNone/>
              <a:defRPr sz="3800">
                <a:solidFill>
                  <a:schemeClr val="accent1"/>
                </a:solidFill>
              </a:defRPr>
            </a:lvl1pPr>
            <a:lvl2pPr lvl="1" algn="ctr">
              <a:lnSpc>
                <a:spcPct val="100000"/>
              </a:lnSpc>
              <a:spcBef>
                <a:spcPts val="0"/>
              </a:spcBef>
              <a:spcAft>
                <a:spcPts val="0"/>
              </a:spcAft>
              <a:buClr>
                <a:schemeClr val="dk2"/>
              </a:buClr>
              <a:buSzPts val="4000"/>
              <a:buNone/>
              <a:defRPr sz="4000">
                <a:solidFill>
                  <a:schemeClr val="dk2"/>
                </a:solidFill>
              </a:defRPr>
            </a:lvl2pPr>
            <a:lvl3pPr lvl="2" algn="ctr">
              <a:lnSpc>
                <a:spcPct val="100000"/>
              </a:lnSpc>
              <a:spcBef>
                <a:spcPts val="0"/>
              </a:spcBef>
              <a:spcAft>
                <a:spcPts val="0"/>
              </a:spcAft>
              <a:buClr>
                <a:schemeClr val="dk2"/>
              </a:buClr>
              <a:buSzPts val="4000"/>
              <a:buNone/>
              <a:defRPr sz="4000">
                <a:solidFill>
                  <a:schemeClr val="dk2"/>
                </a:solidFill>
              </a:defRPr>
            </a:lvl3pPr>
            <a:lvl4pPr lvl="3" algn="ctr">
              <a:lnSpc>
                <a:spcPct val="100000"/>
              </a:lnSpc>
              <a:spcBef>
                <a:spcPts val="0"/>
              </a:spcBef>
              <a:spcAft>
                <a:spcPts val="0"/>
              </a:spcAft>
              <a:buClr>
                <a:schemeClr val="dk2"/>
              </a:buClr>
              <a:buSzPts val="4000"/>
              <a:buNone/>
              <a:defRPr sz="4000">
                <a:solidFill>
                  <a:schemeClr val="dk2"/>
                </a:solidFill>
              </a:defRPr>
            </a:lvl4pPr>
            <a:lvl5pPr lvl="4" algn="ctr">
              <a:lnSpc>
                <a:spcPct val="100000"/>
              </a:lnSpc>
              <a:spcBef>
                <a:spcPts val="0"/>
              </a:spcBef>
              <a:spcAft>
                <a:spcPts val="0"/>
              </a:spcAft>
              <a:buClr>
                <a:schemeClr val="dk2"/>
              </a:buClr>
              <a:buSzPts val="4000"/>
              <a:buNone/>
              <a:defRPr sz="4000">
                <a:solidFill>
                  <a:schemeClr val="dk2"/>
                </a:solidFill>
              </a:defRPr>
            </a:lvl5pPr>
            <a:lvl6pPr lvl="5" algn="ctr">
              <a:lnSpc>
                <a:spcPct val="100000"/>
              </a:lnSpc>
              <a:spcBef>
                <a:spcPts val="0"/>
              </a:spcBef>
              <a:spcAft>
                <a:spcPts val="0"/>
              </a:spcAft>
              <a:buClr>
                <a:schemeClr val="dk2"/>
              </a:buClr>
              <a:buSzPts val="4000"/>
              <a:buNone/>
              <a:defRPr sz="4000">
                <a:solidFill>
                  <a:schemeClr val="dk2"/>
                </a:solidFill>
              </a:defRPr>
            </a:lvl6pPr>
            <a:lvl7pPr lvl="6" algn="ctr">
              <a:lnSpc>
                <a:spcPct val="100000"/>
              </a:lnSpc>
              <a:spcBef>
                <a:spcPts val="0"/>
              </a:spcBef>
              <a:spcAft>
                <a:spcPts val="0"/>
              </a:spcAft>
              <a:buClr>
                <a:schemeClr val="dk2"/>
              </a:buClr>
              <a:buSzPts val="4000"/>
              <a:buNone/>
              <a:defRPr sz="4000">
                <a:solidFill>
                  <a:schemeClr val="dk2"/>
                </a:solidFill>
              </a:defRPr>
            </a:lvl7pPr>
            <a:lvl8pPr lvl="7" algn="ctr">
              <a:lnSpc>
                <a:spcPct val="100000"/>
              </a:lnSpc>
              <a:spcBef>
                <a:spcPts val="0"/>
              </a:spcBef>
              <a:spcAft>
                <a:spcPts val="0"/>
              </a:spcAft>
              <a:buClr>
                <a:schemeClr val="dk2"/>
              </a:buClr>
              <a:buSzPts val="4000"/>
              <a:buNone/>
              <a:defRPr sz="4000">
                <a:solidFill>
                  <a:schemeClr val="dk2"/>
                </a:solidFill>
              </a:defRPr>
            </a:lvl8pPr>
            <a:lvl9pPr lvl="8" algn="ctr">
              <a:lnSpc>
                <a:spcPct val="100000"/>
              </a:lnSpc>
              <a:spcBef>
                <a:spcPts val="0"/>
              </a:spcBef>
              <a:spcAft>
                <a:spcPts val="0"/>
              </a:spcAft>
              <a:buClr>
                <a:schemeClr val="dk2"/>
              </a:buClr>
              <a:buSzPts val="4000"/>
              <a:buNone/>
              <a:defRPr sz="4000">
                <a:solidFill>
                  <a:schemeClr val="dk2"/>
                </a:solidFill>
              </a:defRPr>
            </a:lvl9pPr>
          </a:lstStyle>
          <a:p>
            <a:endParaRP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20000" y="1677218"/>
            <a:ext cx="2336400" cy="405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91" name="Google Shape;91;p14"/>
          <p:cNvSpPr txBox="1">
            <a:spLocks noGrp="1"/>
          </p:cNvSpPr>
          <p:nvPr>
            <p:ph type="title" idx="2"/>
          </p:nvPr>
        </p:nvSpPr>
        <p:spPr>
          <a:xfrm>
            <a:off x="1482600" y="1095325"/>
            <a:ext cx="811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900"/>
              <a:buNone/>
              <a:defRPr sz="3800"/>
            </a:lvl1pPr>
            <a:lvl2pPr lvl="1" algn="l">
              <a:lnSpc>
                <a:spcPct val="100000"/>
              </a:lnSpc>
              <a:spcBef>
                <a:spcPts val="0"/>
              </a:spcBef>
              <a:spcAft>
                <a:spcPts val="0"/>
              </a:spcAft>
              <a:buSzPts val="3900"/>
              <a:buNone/>
              <a:defRPr sz="3900"/>
            </a:lvl2pPr>
            <a:lvl3pPr lvl="2" algn="l">
              <a:lnSpc>
                <a:spcPct val="100000"/>
              </a:lnSpc>
              <a:spcBef>
                <a:spcPts val="0"/>
              </a:spcBef>
              <a:spcAft>
                <a:spcPts val="0"/>
              </a:spcAft>
              <a:buSzPts val="3900"/>
              <a:buNone/>
              <a:defRPr sz="3900"/>
            </a:lvl3pPr>
            <a:lvl4pPr lvl="3" algn="l">
              <a:lnSpc>
                <a:spcPct val="100000"/>
              </a:lnSpc>
              <a:spcBef>
                <a:spcPts val="0"/>
              </a:spcBef>
              <a:spcAft>
                <a:spcPts val="0"/>
              </a:spcAft>
              <a:buSzPts val="3900"/>
              <a:buNone/>
              <a:defRPr sz="3900"/>
            </a:lvl4pPr>
            <a:lvl5pPr lvl="4" algn="l">
              <a:lnSpc>
                <a:spcPct val="100000"/>
              </a:lnSpc>
              <a:spcBef>
                <a:spcPts val="0"/>
              </a:spcBef>
              <a:spcAft>
                <a:spcPts val="0"/>
              </a:spcAft>
              <a:buSzPts val="3900"/>
              <a:buNone/>
              <a:defRPr sz="3900"/>
            </a:lvl5pPr>
            <a:lvl6pPr lvl="5" algn="l">
              <a:lnSpc>
                <a:spcPct val="100000"/>
              </a:lnSpc>
              <a:spcBef>
                <a:spcPts val="0"/>
              </a:spcBef>
              <a:spcAft>
                <a:spcPts val="0"/>
              </a:spcAft>
              <a:buSzPts val="3900"/>
              <a:buNone/>
              <a:defRPr sz="3900"/>
            </a:lvl6pPr>
            <a:lvl7pPr lvl="6" algn="l">
              <a:lnSpc>
                <a:spcPct val="100000"/>
              </a:lnSpc>
              <a:spcBef>
                <a:spcPts val="0"/>
              </a:spcBef>
              <a:spcAft>
                <a:spcPts val="0"/>
              </a:spcAft>
              <a:buSzPts val="3900"/>
              <a:buNone/>
              <a:defRPr sz="3900"/>
            </a:lvl7pPr>
            <a:lvl8pPr lvl="7" algn="l">
              <a:lnSpc>
                <a:spcPct val="100000"/>
              </a:lnSpc>
              <a:spcBef>
                <a:spcPts val="0"/>
              </a:spcBef>
              <a:spcAft>
                <a:spcPts val="0"/>
              </a:spcAft>
              <a:buSzPts val="3900"/>
              <a:buNone/>
              <a:defRPr sz="3900"/>
            </a:lvl8pPr>
            <a:lvl9pPr lvl="8" algn="l">
              <a:lnSpc>
                <a:spcPct val="100000"/>
              </a:lnSpc>
              <a:spcBef>
                <a:spcPts val="0"/>
              </a:spcBef>
              <a:spcAft>
                <a:spcPts val="0"/>
              </a:spcAft>
              <a:buSzPts val="3900"/>
              <a:buNone/>
              <a:defRPr sz="3900"/>
            </a:lvl9pPr>
          </a:lstStyle>
          <a:p>
            <a:endParaRPr/>
          </a:p>
        </p:txBody>
      </p:sp>
      <p:sp>
        <p:nvSpPr>
          <p:cNvPr id="92" name="Google Shape;92;p14"/>
          <p:cNvSpPr txBox="1">
            <a:spLocks noGrp="1"/>
          </p:cNvSpPr>
          <p:nvPr>
            <p:ph type="subTitle" idx="1"/>
          </p:nvPr>
        </p:nvSpPr>
        <p:spPr>
          <a:xfrm>
            <a:off x="720000" y="2081199"/>
            <a:ext cx="23364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4"/>
          <p:cNvSpPr txBox="1">
            <a:spLocks noGrp="1"/>
          </p:cNvSpPr>
          <p:nvPr>
            <p:ph type="title" idx="3"/>
          </p:nvPr>
        </p:nvSpPr>
        <p:spPr>
          <a:xfrm>
            <a:off x="3403800" y="1677218"/>
            <a:ext cx="2336400" cy="405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94" name="Google Shape;94;p14"/>
          <p:cNvSpPr txBox="1">
            <a:spLocks noGrp="1"/>
          </p:cNvSpPr>
          <p:nvPr>
            <p:ph type="title" idx="4"/>
          </p:nvPr>
        </p:nvSpPr>
        <p:spPr>
          <a:xfrm>
            <a:off x="4166400" y="1095325"/>
            <a:ext cx="811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900"/>
              <a:buNone/>
              <a:defRPr sz="3800"/>
            </a:lvl1pPr>
            <a:lvl2pPr lvl="1" algn="l">
              <a:lnSpc>
                <a:spcPct val="100000"/>
              </a:lnSpc>
              <a:spcBef>
                <a:spcPts val="0"/>
              </a:spcBef>
              <a:spcAft>
                <a:spcPts val="0"/>
              </a:spcAft>
              <a:buSzPts val="3900"/>
              <a:buNone/>
              <a:defRPr sz="3900"/>
            </a:lvl2pPr>
            <a:lvl3pPr lvl="2" algn="l">
              <a:lnSpc>
                <a:spcPct val="100000"/>
              </a:lnSpc>
              <a:spcBef>
                <a:spcPts val="0"/>
              </a:spcBef>
              <a:spcAft>
                <a:spcPts val="0"/>
              </a:spcAft>
              <a:buSzPts val="3900"/>
              <a:buNone/>
              <a:defRPr sz="3900"/>
            </a:lvl3pPr>
            <a:lvl4pPr lvl="3" algn="l">
              <a:lnSpc>
                <a:spcPct val="100000"/>
              </a:lnSpc>
              <a:spcBef>
                <a:spcPts val="0"/>
              </a:spcBef>
              <a:spcAft>
                <a:spcPts val="0"/>
              </a:spcAft>
              <a:buSzPts val="3900"/>
              <a:buNone/>
              <a:defRPr sz="3900"/>
            </a:lvl4pPr>
            <a:lvl5pPr lvl="4" algn="l">
              <a:lnSpc>
                <a:spcPct val="100000"/>
              </a:lnSpc>
              <a:spcBef>
                <a:spcPts val="0"/>
              </a:spcBef>
              <a:spcAft>
                <a:spcPts val="0"/>
              </a:spcAft>
              <a:buSzPts val="3900"/>
              <a:buNone/>
              <a:defRPr sz="3900"/>
            </a:lvl5pPr>
            <a:lvl6pPr lvl="5" algn="l">
              <a:lnSpc>
                <a:spcPct val="100000"/>
              </a:lnSpc>
              <a:spcBef>
                <a:spcPts val="0"/>
              </a:spcBef>
              <a:spcAft>
                <a:spcPts val="0"/>
              </a:spcAft>
              <a:buSzPts val="3900"/>
              <a:buNone/>
              <a:defRPr sz="3900"/>
            </a:lvl6pPr>
            <a:lvl7pPr lvl="6" algn="l">
              <a:lnSpc>
                <a:spcPct val="100000"/>
              </a:lnSpc>
              <a:spcBef>
                <a:spcPts val="0"/>
              </a:spcBef>
              <a:spcAft>
                <a:spcPts val="0"/>
              </a:spcAft>
              <a:buSzPts val="3900"/>
              <a:buNone/>
              <a:defRPr sz="3900"/>
            </a:lvl7pPr>
            <a:lvl8pPr lvl="7" algn="l">
              <a:lnSpc>
                <a:spcPct val="100000"/>
              </a:lnSpc>
              <a:spcBef>
                <a:spcPts val="0"/>
              </a:spcBef>
              <a:spcAft>
                <a:spcPts val="0"/>
              </a:spcAft>
              <a:buSzPts val="3900"/>
              <a:buNone/>
              <a:defRPr sz="3900"/>
            </a:lvl8pPr>
            <a:lvl9pPr lvl="8" algn="l">
              <a:lnSpc>
                <a:spcPct val="100000"/>
              </a:lnSpc>
              <a:spcBef>
                <a:spcPts val="0"/>
              </a:spcBef>
              <a:spcAft>
                <a:spcPts val="0"/>
              </a:spcAft>
              <a:buSzPts val="3900"/>
              <a:buNone/>
              <a:defRPr sz="3900"/>
            </a:lvl9pPr>
          </a:lstStyle>
          <a:p>
            <a:endParaRPr/>
          </a:p>
        </p:txBody>
      </p:sp>
      <p:sp>
        <p:nvSpPr>
          <p:cNvPr id="95" name="Google Shape;95;p14"/>
          <p:cNvSpPr txBox="1">
            <a:spLocks noGrp="1"/>
          </p:cNvSpPr>
          <p:nvPr>
            <p:ph type="subTitle" idx="5"/>
          </p:nvPr>
        </p:nvSpPr>
        <p:spPr>
          <a:xfrm>
            <a:off x="3403800" y="2081208"/>
            <a:ext cx="23364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4"/>
          <p:cNvSpPr txBox="1">
            <a:spLocks noGrp="1"/>
          </p:cNvSpPr>
          <p:nvPr>
            <p:ph type="title" idx="6"/>
          </p:nvPr>
        </p:nvSpPr>
        <p:spPr>
          <a:xfrm>
            <a:off x="6087600" y="1677218"/>
            <a:ext cx="2336400" cy="405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97" name="Google Shape;97;p14"/>
          <p:cNvSpPr txBox="1">
            <a:spLocks noGrp="1"/>
          </p:cNvSpPr>
          <p:nvPr>
            <p:ph type="title" idx="7"/>
          </p:nvPr>
        </p:nvSpPr>
        <p:spPr>
          <a:xfrm>
            <a:off x="6850200" y="1095325"/>
            <a:ext cx="811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900"/>
              <a:buNone/>
              <a:defRPr sz="3800"/>
            </a:lvl1pPr>
            <a:lvl2pPr lvl="1" algn="l">
              <a:lnSpc>
                <a:spcPct val="100000"/>
              </a:lnSpc>
              <a:spcBef>
                <a:spcPts val="0"/>
              </a:spcBef>
              <a:spcAft>
                <a:spcPts val="0"/>
              </a:spcAft>
              <a:buSzPts val="3900"/>
              <a:buNone/>
              <a:defRPr sz="3900"/>
            </a:lvl2pPr>
            <a:lvl3pPr lvl="2" algn="l">
              <a:lnSpc>
                <a:spcPct val="100000"/>
              </a:lnSpc>
              <a:spcBef>
                <a:spcPts val="0"/>
              </a:spcBef>
              <a:spcAft>
                <a:spcPts val="0"/>
              </a:spcAft>
              <a:buSzPts val="3900"/>
              <a:buNone/>
              <a:defRPr sz="3900"/>
            </a:lvl3pPr>
            <a:lvl4pPr lvl="3" algn="l">
              <a:lnSpc>
                <a:spcPct val="100000"/>
              </a:lnSpc>
              <a:spcBef>
                <a:spcPts val="0"/>
              </a:spcBef>
              <a:spcAft>
                <a:spcPts val="0"/>
              </a:spcAft>
              <a:buSzPts val="3900"/>
              <a:buNone/>
              <a:defRPr sz="3900"/>
            </a:lvl4pPr>
            <a:lvl5pPr lvl="4" algn="l">
              <a:lnSpc>
                <a:spcPct val="100000"/>
              </a:lnSpc>
              <a:spcBef>
                <a:spcPts val="0"/>
              </a:spcBef>
              <a:spcAft>
                <a:spcPts val="0"/>
              </a:spcAft>
              <a:buSzPts val="3900"/>
              <a:buNone/>
              <a:defRPr sz="3900"/>
            </a:lvl5pPr>
            <a:lvl6pPr lvl="5" algn="l">
              <a:lnSpc>
                <a:spcPct val="100000"/>
              </a:lnSpc>
              <a:spcBef>
                <a:spcPts val="0"/>
              </a:spcBef>
              <a:spcAft>
                <a:spcPts val="0"/>
              </a:spcAft>
              <a:buSzPts val="3900"/>
              <a:buNone/>
              <a:defRPr sz="3900"/>
            </a:lvl6pPr>
            <a:lvl7pPr lvl="6" algn="l">
              <a:lnSpc>
                <a:spcPct val="100000"/>
              </a:lnSpc>
              <a:spcBef>
                <a:spcPts val="0"/>
              </a:spcBef>
              <a:spcAft>
                <a:spcPts val="0"/>
              </a:spcAft>
              <a:buSzPts val="3900"/>
              <a:buNone/>
              <a:defRPr sz="3900"/>
            </a:lvl7pPr>
            <a:lvl8pPr lvl="7" algn="l">
              <a:lnSpc>
                <a:spcPct val="100000"/>
              </a:lnSpc>
              <a:spcBef>
                <a:spcPts val="0"/>
              </a:spcBef>
              <a:spcAft>
                <a:spcPts val="0"/>
              </a:spcAft>
              <a:buSzPts val="3900"/>
              <a:buNone/>
              <a:defRPr sz="3900"/>
            </a:lvl8pPr>
            <a:lvl9pPr lvl="8" algn="l">
              <a:lnSpc>
                <a:spcPct val="100000"/>
              </a:lnSpc>
              <a:spcBef>
                <a:spcPts val="0"/>
              </a:spcBef>
              <a:spcAft>
                <a:spcPts val="0"/>
              </a:spcAft>
              <a:buSzPts val="3900"/>
              <a:buNone/>
              <a:defRPr sz="3900"/>
            </a:lvl9pPr>
          </a:lstStyle>
          <a:p>
            <a:endParaRPr/>
          </a:p>
        </p:txBody>
      </p:sp>
      <p:sp>
        <p:nvSpPr>
          <p:cNvPr id="98" name="Google Shape;98;p14"/>
          <p:cNvSpPr txBox="1">
            <a:spLocks noGrp="1"/>
          </p:cNvSpPr>
          <p:nvPr>
            <p:ph type="subTitle" idx="8"/>
          </p:nvPr>
        </p:nvSpPr>
        <p:spPr>
          <a:xfrm>
            <a:off x="6087600" y="2081208"/>
            <a:ext cx="23364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4"/>
          <p:cNvSpPr txBox="1">
            <a:spLocks noGrp="1"/>
          </p:cNvSpPr>
          <p:nvPr>
            <p:ph type="title" idx="9"/>
          </p:nvPr>
        </p:nvSpPr>
        <p:spPr>
          <a:xfrm>
            <a:off x="720000" y="3313579"/>
            <a:ext cx="2336400" cy="405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00" name="Google Shape;100;p14"/>
          <p:cNvSpPr txBox="1">
            <a:spLocks noGrp="1"/>
          </p:cNvSpPr>
          <p:nvPr>
            <p:ph type="title" idx="13"/>
          </p:nvPr>
        </p:nvSpPr>
        <p:spPr>
          <a:xfrm>
            <a:off x="1482600" y="2714087"/>
            <a:ext cx="811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900"/>
              <a:buNone/>
              <a:defRPr sz="3800"/>
            </a:lvl1pPr>
            <a:lvl2pPr lvl="1" algn="l">
              <a:lnSpc>
                <a:spcPct val="100000"/>
              </a:lnSpc>
              <a:spcBef>
                <a:spcPts val="0"/>
              </a:spcBef>
              <a:spcAft>
                <a:spcPts val="0"/>
              </a:spcAft>
              <a:buSzPts val="3900"/>
              <a:buNone/>
              <a:defRPr sz="3900"/>
            </a:lvl2pPr>
            <a:lvl3pPr lvl="2" algn="l">
              <a:lnSpc>
                <a:spcPct val="100000"/>
              </a:lnSpc>
              <a:spcBef>
                <a:spcPts val="0"/>
              </a:spcBef>
              <a:spcAft>
                <a:spcPts val="0"/>
              </a:spcAft>
              <a:buSzPts val="3900"/>
              <a:buNone/>
              <a:defRPr sz="3900"/>
            </a:lvl3pPr>
            <a:lvl4pPr lvl="3" algn="l">
              <a:lnSpc>
                <a:spcPct val="100000"/>
              </a:lnSpc>
              <a:spcBef>
                <a:spcPts val="0"/>
              </a:spcBef>
              <a:spcAft>
                <a:spcPts val="0"/>
              </a:spcAft>
              <a:buSzPts val="3900"/>
              <a:buNone/>
              <a:defRPr sz="3900"/>
            </a:lvl4pPr>
            <a:lvl5pPr lvl="4" algn="l">
              <a:lnSpc>
                <a:spcPct val="100000"/>
              </a:lnSpc>
              <a:spcBef>
                <a:spcPts val="0"/>
              </a:spcBef>
              <a:spcAft>
                <a:spcPts val="0"/>
              </a:spcAft>
              <a:buSzPts val="3900"/>
              <a:buNone/>
              <a:defRPr sz="3900"/>
            </a:lvl5pPr>
            <a:lvl6pPr lvl="5" algn="l">
              <a:lnSpc>
                <a:spcPct val="100000"/>
              </a:lnSpc>
              <a:spcBef>
                <a:spcPts val="0"/>
              </a:spcBef>
              <a:spcAft>
                <a:spcPts val="0"/>
              </a:spcAft>
              <a:buSzPts val="3900"/>
              <a:buNone/>
              <a:defRPr sz="3900"/>
            </a:lvl6pPr>
            <a:lvl7pPr lvl="6" algn="l">
              <a:lnSpc>
                <a:spcPct val="100000"/>
              </a:lnSpc>
              <a:spcBef>
                <a:spcPts val="0"/>
              </a:spcBef>
              <a:spcAft>
                <a:spcPts val="0"/>
              </a:spcAft>
              <a:buSzPts val="3900"/>
              <a:buNone/>
              <a:defRPr sz="3900"/>
            </a:lvl7pPr>
            <a:lvl8pPr lvl="7" algn="l">
              <a:lnSpc>
                <a:spcPct val="100000"/>
              </a:lnSpc>
              <a:spcBef>
                <a:spcPts val="0"/>
              </a:spcBef>
              <a:spcAft>
                <a:spcPts val="0"/>
              </a:spcAft>
              <a:buSzPts val="3900"/>
              <a:buNone/>
              <a:defRPr sz="3900"/>
            </a:lvl8pPr>
            <a:lvl9pPr lvl="8" algn="l">
              <a:lnSpc>
                <a:spcPct val="100000"/>
              </a:lnSpc>
              <a:spcBef>
                <a:spcPts val="0"/>
              </a:spcBef>
              <a:spcAft>
                <a:spcPts val="0"/>
              </a:spcAft>
              <a:buSzPts val="3900"/>
              <a:buNone/>
              <a:defRPr sz="3900"/>
            </a:lvl9pPr>
          </a:lstStyle>
          <a:p>
            <a:endParaRPr/>
          </a:p>
        </p:txBody>
      </p:sp>
      <p:sp>
        <p:nvSpPr>
          <p:cNvPr id="101" name="Google Shape;101;p14"/>
          <p:cNvSpPr txBox="1">
            <a:spLocks noGrp="1"/>
          </p:cNvSpPr>
          <p:nvPr>
            <p:ph type="subTitle" idx="14"/>
          </p:nvPr>
        </p:nvSpPr>
        <p:spPr>
          <a:xfrm>
            <a:off x="720000" y="3705863"/>
            <a:ext cx="23364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idx="15"/>
          </p:nvPr>
        </p:nvSpPr>
        <p:spPr>
          <a:xfrm>
            <a:off x="3403800" y="3313579"/>
            <a:ext cx="2336400" cy="405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03" name="Google Shape;103;p14"/>
          <p:cNvSpPr txBox="1">
            <a:spLocks noGrp="1"/>
          </p:cNvSpPr>
          <p:nvPr>
            <p:ph type="title" idx="16"/>
          </p:nvPr>
        </p:nvSpPr>
        <p:spPr>
          <a:xfrm>
            <a:off x="4166400" y="2714087"/>
            <a:ext cx="811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900"/>
              <a:buNone/>
              <a:defRPr sz="3800"/>
            </a:lvl1pPr>
            <a:lvl2pPr lvl="1" algn="l">
              <a:lnSpc>
                <a:spcPct val="100000"/>
              </a:lnSpc>
              <a:spcBef>
                <a:spcPts val="0"/>
              </a:spcBef>
              <a:spcAft>
                <a:spcPts val="0"/>
              </a:spcAft>
              <a:buSzPts val="3900"/>
              <a:buNone/>
              <a:defRPr sz="3900"/>
            </a:lvl2pPr>
            <a:lvl3pPr lvl="2" algn="l">
              <a:lnSpc>
                <a:spcPct val="100000"/>
              </a:lnSpc>
              <a:spcBef>
                <a:spcPts val="0"/>
              </a:spcBef>
              <a:spcAft>
                <a:spcPts val="0"/>
              </a:spcAft>
              <a:buSzPts val="3900"/>
              <a:buNone/>
              <a:defRPr sz="3900"/>
            </a:lvl3pPr>
            <a:lvl4pPr lvl="3" algn="l">
              <a:lnSpc>
                <a:spcPct val="100000"/>
              </a:lnSpc>
              <a:spcBef>
                <a:spcPts val="0"/>
              </a:spcBef>
              <a:spcAft>
                <a:spcPts val="0"/>
              </a:spcAft>
              <a:buSzPts val="3900"/>
              <a:buNone/>
              <a:defRPr sz="3900"/>
            </a:lvl4pPr>
            <a:lvl5pPr lvl="4" algn="l">
              <a:lnSpc>
                <a:spcPct val="100000"/>
              </a:lnSpc>
              <a:spcBef>
                <a:spcPts val="0"/>
              </a:spcBef>
              <a:spcAft>
                <a:spcPts val="0"/>
              </a:spcAft>
              <a:buSzPts val="3900"/>
              <a:buNone/>
              <a:defRPr sz="3900"/>
            </a:lvl5pPr>
            <a:lvl6pPr lvl="5" algn="l">
              <a:lnSpc>
                <a:spcPct val="100000"/>
              </a:lnSpc>
              <a:spcBef>
                <a:spcPts val="0"/>
              </a:spcBef>
              <a:spcAft>
                <a:spcPts val="0"/>
              </a:spcAft>
              <a:buSzPts val="3900"/>
              <a:buNone/>
              <a:defRPr sz="3900"/>
            </a:lvl6pPr>
            <a:lvl7pPr lvl="6" algn="l">
              <a:lnSpc>
                <a:spcPct val="100000"/>
              </a:lnSpc>
              <a:spcBef>
                <a:spcPts val="0"/>
              </a:spcBef>
              <a:spcAft>
                <a:spcPts val="0"/>
              </a:spcAft>
              <a:buSzPts val="3900"/>
              <a:buNone/>
              <a:defRPr sz="3900"/>
            </a:lvl7pPr>
            <a:lvl8pPr lvl="7" algn="l">
              <a:lnSpc>
                <a:spcPct val="100000"/>
              </a:lnSpc>
              <a:spcBef>
                <a:spcPts val="0"/>
              </a:spcBef>
              <a:spcAft>
                <a:spcPts val="0"/>
              </a:spcAft>
              <a:buSzPts val="3900"/>
              <a:buNone/>
              <a:defRPr sz="3900"/>
            </a:lvl8pPr>
            <a:lvl9pPr lvl="8" algn="l">
              <a:lnSpc>
                <a:spcPct val="100000"/>
              </a:lnSpc>
              <a:spcBef>
                <a:spcPts val="0"/>
              </a:spcBef>
              <a:spcAft>
                <a:spcPts val="0"/>
              </a:spcAft>
              <a:buSzPts val="3900"/>
              <a:buNone/>
              <a:defRPr sz="3900"/>
            </a:lvl9pPr>
          </a:lstStyle>
          <a:p>
            <a:endParaRPr/>
          </a:p>
        </p:txBody>
      </p:sp>
      <p:sp>
        <p:nvSpPr>
          <p:cNvPr id="104" name="Google Shape;104;p14"/>
          <p:cNvSpPr txBox="1">
            <a:spLocks noGrp="1"/>
          </p:cNvSpPr>
          <p:nvPr>
            <p:ph type="subTitle" idx="17"/>
          </p:nvPr>
        </p:nvSpPr>
        <p:spPr>
          <a:xfrm>
            <a:off x="3403800" y="3705863"/>
            <a:ext cx="23364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18"/>
          </p:nvPr>
        </p:nvSpPr>
        <p:spPr>
          <a:xfrm>
            <a:off x="6087600" y="3313579"/>
            <a:ext cx="2336400" cy="405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06" name="Google Shape;106;p14"/>
          <p:cNvSpPr txBox="1">
            <a:spLocks noGrp="1"/>
          </p:cNvSpPr>
          <p:nvPr>
            <p:ph type="title" idx="19"/>
          </p:nvPr>
        </p:nvSpPr>
        <p:spPr>
          <a:xfrm>
            <a:off x="6850200" y="2714087"/>
            <a:ext cx="811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900"/>
              <a:buNone/>
              <a:defRPr sz="3800"/>
            </a:lvl1pPr>
            <a:lvl2pPr lvl="1" algn="l">
              <a:lnSpc>
                <a:spcPct val="100000"/>
              </a:lnSpc>
              <a:spcBef>
                <a:spcPts val="0"/>
              </a:spcBef>
              <a:spcAft>
                <a:spcPts val="0"/>
              </a:spcAft>
              <a:buSzPts val="3900"/>
              <a:buNone/>
              <a:defRPr sz="3900"/>
            </a:lvl2pPr>
            <a:lvl3pPr lvl="2" algn="l">
              <a:lnSpc>
                <a:spcPct val="100000"/>
              </a:lnSpc>
              <a:spcBef>
                <a:spcPts val="0"/>
              </a:spcBef>
              <a:spcAft>
                <a:spcPts val="0"/>
              </a:spcAft>
              <a:buSzPts val="3900"/>
              <a:buNone/>
              <a:defRPr sz="3900"/>
            </a:lvl3pPr>
            <a:lvl4pPr lvl="3" algn="l">
              <a:lnSpc>
                <a:spcPct val="100000"/>
              </a:lnSpc>
              <a:spcBef>
                <a:spcPts val="0"/>
              </a:spcBef>
              <a:spcAft>
                <a:spcPts val="0"/>
              </a:spcAft>
              <a:buSzPts val="3900"/>
              <a:buNone/>
              <a:defRPr sz="3900"/>
            </a:lvl4pPr>
            <a:lvl5pPr lvl="4" algn="l">
              <a:lnSpc>
                <a:spcPct val="100000"/>
              </a:lnSpc>
              <a:spcBef>
                <a:spcPts val="0"/>
              </a:spcBef>
              <a:spcAft>
                <a:spcPts val="0"/>
              </a:spcAft>
              <a:buSzPts val="3900"/>
              <a:buNone/>
              <a:defRPr sz="3900"/>
            </a:lvl5pPr>
            <a:lvl6pPr lvl="5" algn="l">
              <a:lnSpc>
                <a:spcPct val="100000"/>
              </a:lnSpc>
              <a:spcBef>
                <a:spcPts val="0"/>
              </a:spcBef>
              <a:spcAft>
                <a:spcPts val="0"/>
              </a:spcAft>
              <a:buSzPts val="3900"/>
              <a:buNone/>
              <a:defRPr sz="3900"/>
            </a:lvl6pPr>
            <a:lvl7pPr lvl="6" algn="l">
              <a:lnSpc>
                <a:spcPct val="100000"/>
              </a:lnSpc>
              <a:spcBef>
                <a:spcPts val="0"/>
              </a:spcBef>
              <a:spcAft>
                <a:spcPts val="0"/>
              </a:spcAft>
              <a:buSzPts val="3900"/>
              <a:buNone/>
              <a:defRPr sz="3900"/>
            </a:lvl7pPr>
            <a:lvl8pPr lvl="7" algn="l">
              <a:lnSpc>
                <a:spcPct val="100000"/>
              </a:lnSpc>
              <a:spcBef>
                <a:spcPts val="0"/>
              </a:spcBef>
              <a:spcAft>
                <a:spcPts val="0"/>
              </a:spcAft>
              <a:buSzPts val="3900"/>
              <a:buNone/>
              <a:defRPr sz="3900"/>
            </a:lvl8pPr>
            <a:lvl9pPr lvl="8" algn="l">
              <a:lnSpc>
                <a:spcPct val="100000"/>
              </a:lnSpc>
              <a:spcBef>
                <a:spcPts val="0"/>
              </a:spcBef>
              <a:spcAft>
                <a:spcPts val="0"/>
              </a:spcAft>
              <a:buSzPts val="3900"/>
              <a:buNone/>
              <a:defRPr sz="3900"/>
            </a:lvl9pPr>
          </a:lstStyle>
          <a:p>
            <a:endParaRPr/>
          </a:p>
        </p:txBody>
      </p:sp>
      <p:sp>
        <p:nvSpPr>
          <p:cNvPr id="107" name="Google Shape;107;p14"/>
          <p:cNvSpPr txBox="1">
            <a:spLocks noGrp="1"/>
          </p:cNvSpPr>
          <p:nvPr>
            <p:ph type="subTitle" idx="20"/>
          </p:nvPr>
        </p:nvSpPr>
        <p:spPr>
          <a:xfrm>
            <a:off x="6087600" y="3705863"/>
            <a:ext cx="23364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4"/>
          <p:cNvSpPr txBox="1">
            <a:spLocks noGrp="1"/>
          </p:cNvSpPr>
          <p:nvPr>
            <p:ph type="title" idx="21"/>
          </p:nvPr>
        </p:nvSpPr>
        <p:spPr>
          <a:xfrm>
            <a:off x="2332400" y="445025"/>
            <a:ext cx="44793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cxnSp>
        <p:nvCxnSpPr>
          <p:cNvPr id="109" name="Google Shape;109;p14"/>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10" name="Google Shape;110;p14"/>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11" name="Google Shape;111;p1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12" name="Google Shape;112;p1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4800"/>
              <a:buNone/>
              <a:defRPr/>
            </a:lvl1pPr>
            <a:lvl2pPr lvl="1"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2pPr>
            <a:lvl3pPr lvl="2"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3pPr>
            <a:lvl4pPr lvl="3"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4pPr>
            <a:lvl5pPr lvl="4"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5pPr>
            <a:lvl6pPr lvl="5"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6pPr>
            <a:lvl7pPr lvl="6"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7pPr>
            <a:lvl8pPr lvl="7"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8pPr>
            <a:lvl9pPr lvl="8"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20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2pPr>
            <a:lvl3pPr lvl="2"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3pPr>
            <a:lvl4pPr lvl="3"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4pPr>
            <a:lvl5pPr lvl="4"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5pPr>
            <a:lvl6pPr lvl="5"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6pPr>
            <a:lvl7pPr lvl="6"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7pPr>
            <a:lvl8pPr lvl="7"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8pPr>
            <a:lvl9pPr lvl="8"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20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1"/>
              </a:buClr>
              <a:buSzPts val="1400"/>
              <a:buChar char="●"/>
              <a:defRPr sz="1400"/>
            </a:lvl1pPr>
            <a:lvl2pPr lvl="1" algn="ctr">
              <a:lnSpc>
                <a:spcPct val="115000"/>
              </a:lnSpc>
              <a:spcBef>
                <a:spcPts val="0"/>
              </a:spcBef>
              <a:spcAft>
                <a:spcPts val="0"/>
              </a:spcAft>
              <a:buClr>
                <a:schemeClr val="dk1"/>
              </a:buClr>
              <a:buSzPts val="1400"/>
              <a:buChar char="○"/>
              <a:defRPr/>
            </a:lvl2pPr>
            <a:lvl3pPr lvl="2" algn="ctr">
              <a:lnSpc>
                <a:spcPct val="115000"/>
              </a:lnSpc>
              <a:spcBef>
                <a:spcPts val="0"/>
              </a:spcBef>
              <a:spcAft>
                <a:spcPts val="0"/>
              </a:spcAft>
              <a:buClr>
                <a:schemeClr val="dk1"/>
              </a:buClr>
              <a:buSzPts val="1400"/>
              <a:buChar char="■"/>
              <a:defRPr/>
            </a:lvl3pPr>
            <a:lvl4pPr lvl="3" algn="ctr">
              <a:lnSpc>
                <a:spcPct val="115000"/>
              </a:lnSpc>
              <a:spcBef>
                <a:spcPts val="0"/>
              </a:spcBef>
              <a:spcAft>
                <a:spcPts val="0"/>
              </a:spcAft>
              <a:buClr>
                <a:schemeClr val="dk1"/>
              </a:buClr>
              <a:buSzPts val="1400"/>
              <a:buChar char="●"/>
              <a:defRPr/>
            </a:lvl4pPr>
            <a:lvl5pPr lvl="4" algn="ctr">
              <a:lnSpc>
                <a:spcPct val="115000"/>
              </a:lnSpc>
              <a:spcBef>
                <a:spcPts val="0"/>
              </a:spcBef>
              <a:spcAft>
                <a:spcPts val="0"/>
              </a:spcAft>
              <a:buClr>
                <a:schemeClr val="dk1"/>
              </a:buClr>
              <a:buSzPts val="1400"/>
              <a:buChar char="○"/>
              <a:defRPr/>
            </a:lvl5pPr>
            <a:lvl6pPr lvl="5" algn="ctr">
              <a:lnSpc>
                <a:spcPct val="115000"/>
              </a:lnSpc>
              <a:spcBef>
                <a:spcPts val="0"/>
              </a:spcBef>
              <a:spcAft>
                <a:spcPts val="0"/>
              </a:spcAft>
              <a:buClr>
                <a:schemeClr val="dk1"/>
              </a:buClr>
              <a:buSzPts val="1400"/>
              <a:buChar char="■"/>
              <a:defRPr/>
            </a:lvl6pPr>
            <a:lvl7pPr lvl="6" algn="ctr">
              <a:lnSpc>
                <a:spcPct val="115000"/>
              </a:lnSpc>
              <a:spcBef>
                <a:spcPts val="0"/>
              </a:spcBef>
              <a:spcAft>
                <a:spcPts val="0"/>
              </a:spcAft>
              <a:buClr>
                <a:schemeClr val="dk1"/>
              </a:buClr>
              <a:buSzPts val="1400"/>
              <a:buChar char="●"/>
              <a:defRPr/>
            </a:lvl7pPr>
            <a:lvl8pPr lvl="7" algn="ctr">
              <a:lnSpc>
                <a:spcPct val="115000"/>
              </a:lnSpc>
              <a:spcBef>
                <a:spcPts val="0"/>
              </a:spcBef>
              <a:spcAft>
                <a:spcPts val="0"/>
              </a:spcAft>
              <a:buClr>
                <a:schemeClr val="dk1"/>
              </a:buClr>
              <a:buSzPts val="1400"/>
              <a:buChar char="○"/>
              <a:defRPr/>
            </a:lvl8pPr>
            <a:lvl9pPr lvl="8" algn="ctr">
              <a:lnSpc>
                <a:spcPct val="115000"/>
              </a:lnSpc>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94850" y="1482825"/>
            <a:ext cx="5154300" cy="1291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34" name="Google Shape;134;p18"/>
          <p:cNvSpPr txBox="1">
            <a:spLocks noGrp="1"/>
          </p:cNvSpPr>
          <p:nvPr>
            <p:ph type="subTitle" idx="1"/>
          </p:nvPr>
        </p:nvSpPr>
        <p:spPr>
          <a:xfrm>
            <a:off x="2299500" y="2972150"/>
            <a:ext cx="4545000" cy="554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137"/>
        <p:cNvGrpSpPr/>
        <p:nvPr/>
      </p:nvGrpSpPr>
      <p:grpSpPr>
        <a:xfrm>
          <a:off x="0" y="0"/>
          <a:ext cx="0" cy="0"/>
          <a:chOff x="0" y="0"/>
          <a:chExt cx="0" cy="0"/>
        </a:xfrm>
      </p:grpSpPr>
      <p:sp>
        <p:nvSpPr>
          <p:cNvPr id="138" name="Google Shape;138;p19"/>
          <p:cNvSpPr txBox="1">
            <a:spLocks noGrp="1"/>
          </p:cNvSpPr>
          <p:nvPr>
            <p:ph type="title"/>
          </p:nvPr>
        </p:nvSpPr>
        <p:spPr>
          <a:xfrm>
            <a:off x="3742850" y="1549875"/>
            <a:ext cx="4545000" cy="129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9000"/>
              <a:buNone/>
              <a:defRPr sz="9000"/>
            </a:lvl1pPr>
            <a:lvl2pPr lvl="1" algn="l">
              <a:lnSpc>
                <a:spcPct val="100000"/>
              </a:lnSpc>
              <a:spcBef>
                <a:spcPts val="0"/>
              </a:spcBef>
              <a:spcAft>
                <a:spcPts val="0"/>
              </a:spcAft>
              <a:buSzPts val="9000"/>
              <a:buNone/>
              <a:defRPr sz="9000"/>
            </a:lvl2pPr>
            <a:lvl3pPr lvl="2" algn="l">
              <a:lnSpc>
                <a:spcPct val="100000"/>
              </a:lnSpc>
              <a:spcBef>
                <a:spcPts val="0"/>
              </a:spcBef>
              <a:spcAft>
                <a:spcPts val="0"/>
              </a:spcAft>
              <a:buSzPts val="9000"/>
              <a:buNone/>
              <a:defRPr sz="9000"/>
            </a:lvl3pPr>
            <a:lvl4pPr lvl="3" algn="l">
              <a:lnSpc>
                <a:spcPct val="100000"/>
              </a:lnSpc>
              <a:spcBef>
                <a:spcPts val="0"/>
              </a:spcBef>
              <a:spcAft>
                <a:spcPts val="0"/>
              </a:spcAft>
              <a:buSzPts val="9000"/>
              <a:buNone/>
              <a:defRPr sz="9000"/>
            </a:lvl4pPr>
            <a:lvl5pPr lvl="4" algn="l">
              <a:lnSpc>
                <a:spcPct val="100000"/>
              </a:lnSpc>
              <a:spcBef>
                <a:spcPts val="0"/>
              </a:spcBef>
              <a:spcAft>
                <a:spcPts val="0"/>
              </a:spcAft>
              <a:buSzPts val="9000"/>
              <a:buNone/>
              <a:defRPr sz="9000"/>
            </a:lvl5pPr>
            <a:lvl6pPr lvl="5" algn="l">
              <a:lnSpc>
                <a:spcPct val="100000"/>
              </a:lnSpc>
              <a:spcBef>
                <a:spcPts val="0"/>
              </a:spcBef>
              <a:spcAft>
                <a:spcPts val="0"/>
              </a:spcAft>
              <a:buSzPts val="9000"/>
              <a:buNone/>
              <a:defRPr sz="9000"/>
            </a:lvl6pPr>
            <a:lvl7pPr lvl="6" algn="l">
              <a:lnSpc>
                <a:spcPct val="100000"/>
              </a:lnSpc>
              <a:spcBef>
                <a:spcPts val="0"/>
              </a:spcBef>
              <a:spcAft>
                <a:spcPts val="0"/>
              </a:spcAft>
              <a:buSzPts val="9000"/>
              <a:buNone/>
              <a:defRPr sz="9000"/>
            </a:lvl7pPr>
            <a:lvl8pPr lvl="7" algn="l">
              <a:lnSpc>
                <a:spcPct val="100000"/>
              </a:lnSpc>
              <a:spcBef>
                <a:spcPts val="0"/>
              </a:spcBef>
              <a:spcAft>
                <a:spcPts val="0"/>
              </a:spcAft>
              <a:buSzPts val="9000"/>
              <a:buNone/>
              <a:defRPr sz="9000"/>
            </a:lvl8pPr>
            <a:lvl9pPr lvl="8" algn="l">
              <a:lnSpc>
                <a:spcPct val="100000"/>
              </a:lnSpc>
              <a:spcBef>
                <a:spcPts val="0"/>
              </a:spcBef>
              <a:spcAft>
                <a:spcPts val="0"/>
              </a:spcAft>
              <a:buSzPts val="9000"/>
              <a:buNone/>
              <a:defRPr sz="9000"/>
            </a:lvl9pPr>
          </a:lstStyle>
          <a:p>
            <a:endParaRPr/>
          </a:p>
        </p:txBody>
      </p:sp>
      <p:sp>
        <p:nvSpPr>
          <p:cNvPr id="139" name="Google Shape;139;p19"/>
          <p:cNvSpPr txBox="1">
            <a:spLocks noGrp="1"/>
          </p:cNvSpPr>
          <p:nvPr>
            <p:ph type="subTitle" idx="1"/>
          </p:nvPr>
        </p:nvSpPr>
        <p:spPr>
          <a:xfrm>
            <a:off x="3742850" y="3039213"/>
            <a:ext cx="4545000" cy="55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cxnSp>
        <p:nvCxnSpPr>
          <p:cNvPr id="140" name="Google Shape;140;p19"/>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41" name="Google Shape;141;p19"/>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42" name="Google Shape;142;p1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43" name="Google Shape;143;p1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44" name="Google Shape;144;p1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45" name="Google Shape;145;p1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677925" y="2511803"/>
            <a:ext cx="3714900" cy="805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accent4"/>
              </a:buClr>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48" name="Google Shape;148;p20"/>
          <p:cNvSpPr txBox="1">
            <a:spLocks noGrp="1"/>
          </p:cNvSpPr>
          <p:nvPr>
            <p:ph type="title" idx="2"/>
          </p:nvPr>
        </p:nvSpPr>
        <p:spPr>
          <a:xfrm>
            <a:off x="3741925" y="1484693"/>
            <a:ext cx="1650900" cy="9783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6000"/>
              <a:buNone/>
              <a:defRPr sz="7000">
                <a:solidFill>
                  <a:schemeClr val="accent1"/>
                </a:solidFill>
              </a:defRPr>
            </a:lvl1pPr>
            <a:lvl2pPr lvl="1" algn="ctr">
              <a:lnSpc>
                <a:spcPct val="100000"/>
              </a:lnSpc>
              <a:spcBef>
                <a:spcPts val="0"/>
              </a:spcBef>
              <a:spcAft>
                <a:spcPts val="0"/>
              </a:spcAft>
              <a:buSzPts val="6000"/>
              <a:buNone/>
              <a:defRPr sz="6000" b="1"/>
            </a:lvl2pPr>
            <a:lvl3pPr lvl="2" algn="ctr">
              <a:lnSpc>
                <a:spcPct val="100000"/>
              </a:lnSpc>
              <a:spcBef>
                <a:spcPts val="0"/>
              </a:spcBef>
              <a:spcAft>
                <a:spcPts val="0"/>
              </a:spcAft>
              <a:buSzPts val="6000"/>
              <a:buNone/>
              <a:defRPr sz="6000" b="1"/>
            </a:lvl3pPr>
            <a:lvl4pPr lvl="3" algn="ctr">
              <a:lnSpc>
                <a:spcPct val="100000"/>
              </a:lnSpc>
              <a:spcBef>
                <a:spcPts val="0"/>
              </a:spcBef>
              <a:spcAft>
                <a:spcPts val="0"/>
              </a:spcAft>
              <a:buSzPts val="6000"/>
              <a:buNone/>
              <a:defRPr sz="6000" b="1"/>
            </a:lvl4pPr>
            <a:lvl5pPr lvl="4" algn="ctr">
              <a:lnSpc>
                <a:spcPct val="100000"/>
              </a:lnSpc>
              <a:spcBef>
                <a:spcPts val="0"/>
              </a:spcBef>
              <a:spcAft>
                <a:spcPts val="0"/>
              </a:spcAft>
              <a:buSzPts val="6000"/>
              <a:buNone/>
              <a:defRPr sz="6000" b="1"/>
            </a:lvl5pPr>
            <a:lvl6pPr lvl="5" algn="ctr">
              <a:lnSpc>
                <a:spcPct val="100000"/>
              </a:lnSpc>
              <a:spcBef>
                <a:spcPts val="0"/>
              </a:spcBef>
              <a:spcAft>
                <a:spcPts val="0"/>
              </a:spcAft>
              <a:buSzPts val="6000"/>
              <a:buNone/>
              <a:defRPr sz="6000" b="1"/>
            </a:lvl6pPr>
            <a:lvl7pPr lvl="6" algn="ctr">
              <a:lnSpc>
                <a:spcPct val="100000"/>
              </a:lnSpc>
              <a:spcBef>
                <a:spcPts val="0"/>
              </a:spcBef>
              <a:spcAft>
                <a:spcPts val="0"/>
              </a:spcAft>
              <a:buSzPts val="6000"/>
              <a:buNone/>
              <a:defRPr sz="6000" b="1"/>
            </a:lvl7pPr>
            <a:lvl8pPr lvl="7" algn="ctr">
              <a:lnSpc>
                <a:spcPct val="100000"/>
              </a:lnSpc>
              <a:spcBef>
                <a:spcPts val="0"/>
              </a:spcBef>
              <a:spcAft>
                <a:spcPts val="0"/>
              </a:spcAft>
              <a:buSzPts val="6000"/>
              <a:buNone/>
              <a:defRPr sz="6000" b="1"/>
            </a:lvl8pPr>
            <a:lvl9pPr lvl="8" algn="ctr">
              <a:lnSpc>
                <a:spcPct val="100000"/>
              </a:lnSpc>
              <a:spcBef>
                <a:spcPts val="0"/>
              </a:spcBef>
              <a:spcAft>
                <a:spcPts val="0"/>
              </a:spcAft>
              <a:buSzPts val="6000"/>
              <a:buNone/>
              <a:defRPr sz="6000" b="1"/>
            </a:lvl9pPr>
          </a:lstStyle>
          <a:p>
            <a:endParaRPr/>
          </a:p>
        </p:txBody>
      </p:sp>
      <p:sp>
        <p:nvSpPr>
          <p:cNvPr id="149" name="Google Shape;149;p20"/>
          <p:cNvSpPr txBox="1">
            <a:spLocks noGrp="1"/>
          </p:cNvSpPr>
          <p:nvPr>
            <p:ph type="subTitle" idx="1"/>
          </p:nvPr>
        </p:nvSpPr>
        <p:spPr>
          <a:xfrm>
            <a:off x="831625" y="3244000"/>
            <a:ext cx="4561200" cy="3930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150" name="Google Shape;150;p20"/>
          <p:cNvCxnSpPr/>
          <p:nvPr/>
        </p:nvCxnSpPr>
        <p:spPr>
          <a:xfrm rot="10800000">
            <a:off x="-30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51" name="Google Shape;151;p20"/>
          <p:cNvCxnSpPr/>
          <p:nvPr/>
        </p:nvCxnSpPr>
        <p:spPr>
          <a:xfrm rot="10800000">
            <a:off x="-30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52" name="Google Shape;152;p20"/>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53" name="Google Shape;153;p20"/>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cxnSp>
        <p:nvCxnSpPr>
          <p:cNvPr id="156" name="Google Shape;156;p21"/>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57" name="Google Shape;157;p21"/>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58" name="Google Shape;158;p21"/>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61" name="Google Shape;161;p22"/>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62" name="Google Shape;162;p2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63" name="Google Shape;163;p2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64" name="Google Shape;164;p2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65" name="Google Shape;165;p2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
        <p:nvSpPr>
          <p:cNvPr id="166" name="Google Shape;166;p22"/>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877475" y="445025"/>
            <a:ext cx="5389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69" name="Google Shape;169;p23"/>
          <p:cNvSpPr txBox="1">
            <a:spLocks noGrp="1"/>
          </p:cNvSpPr>
          <p:nvPr>
            <p:ph type="subTitle" idx="1"/>
          </p:nvPr>
        </p:nvSpPr>
        <p:spPr>
          <a:xfrm>
            <a:off x="3226708" y="1405390"/>
            <a:ext cx="2486100" cy="4011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170" name="Google Shape;170;p23"/>
          <p:cNvSpPr txBox="1">
            <a:spLocks noGrp="1"/>
          </p:cNvSpPr>
          <p:nvPr>
            <p:ph type="subTitle" idx="2"/>
          </p:nvPr>
        </p:nvSpPr>
        <p:spPr>
          <a:xfrm>
            <a:off x="3226708" y="1806417"/>
            <a:ext cx="2486100" cy="618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71" name="Google Shape;171;p23"/>
          <p:cNvSpPr txBox="1">
            <a:spLocks noGrp="1"/>
          </p:cNvSpPr>
          <p:nvPr>
            <p:ph type="subTitle" idx="3"/>
          </p:nvPr>
        </p:nvSpPr>
        <p:spPr>
          <a:xfrm>
            <a:off x="719108" y="1405390"/>
            <a:ext cx="2486100" cy="4011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172" name="Google Shape;172;p23"/>
          <p:cNvSpPr txBox="1">
            <a:spLocks noGrp="1"/>
          </p:cNvSpPr>
          <p:nvPr>
            <p:ph type="subTitle" idx="4"/>
          </p:nvPr>
        </p:nvSpPr>
        <p:spPr>
          <a:xfrm>
            <a:off x="719108" y="1806417"/>
            <a:ext cx="2486100" cy="618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73" name="Google Shape;173;p23"/>
          <p:cNvSpPr txBox="1">
            <a:spLocks noGrp="1"/>
          </p:cNvSpPr>
          <p:nvPr>
            <p:ph type="subTitle" idx="5"/>
          </p:nvPr>
        </p:nvSpPr>
        <p:spPr>
          <a:xfrm>
            <a:off x="3226708" y="3171118"/>
            <a:ext cx="2486100" cy="4614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174" name="Google Shape;174;p23"/>
          <p:cNvSpPr txBox="1">
            <a:spLocks noGrp="1"/>
          </p:cNvSpPr>
          <p:nvPr>
            <p:ph type="subTitle" idx="6"/>
          </p:nvPr>
        </p:nvSpPr>
        <p:spPr>
          <a:xfrm>
            <a:off x="3226708" y="3565487"/>
            <a:ext cx="2486100" cy="618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75" name="Google Shape;175;p23"/>
          <p:cNvSpPr txBox="1">
            <a:spLocks noGrp="1"/>
          </p:cNvSpPr>
          <p:nvPr>
            <p:ph type="subTitle" idx="7"/>
          </p:nvPr>
        </p:nvSpPr>
        <p:spPr>
          <a:xfrm>
            <a:off x="719108" y="3171118"/>
            <a:ext cx="2486100" cy="4614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176" name="Google Shape;176;p23"/>
          <p:cNvSpPr txBox="1">
            <a:spLocks noGrp="1"/>
          </p:cNvSpPr>
          <p:nvPr>
            <p:ph type="subTitle" idx="8"/>
          </p:nvPr>
        </p:nvSpPr>
        <p:spPr>
          <a:xfrm>
            <a:off x="719158" y="3565487"/>
            <a:ext cx="2486100" cy="618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177" name="Google Shape;177;p23"/>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78" name="Google Shape;178;p23"/>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81" name="Google Shape;181;p24"/>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82" name="Google Shape;182;p2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83" name="Google Shape;183;p2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
        <p:nvSpPr>
          <p:cNvPr id="184" name="Google Shape;184;p24"/>
          <p:cNvSpPr txBox="1">
            <a:spLocks noGrp="1"/>
          </p:cNvSpPr>
          <p:nvPr>
            <p:ph type="body" idx="1"/>
          </p:nvPr>
        </p:nvSpPr>
        <p:spPr>
          <a:xfrm>
            <a:off x="5547900" y="3007750"/>
            <a:ext cx="2883000" cy="15954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marL="914400" lvl="1" indent="-317500" algn="l">
              <a:lnSpc>
                <a:spcPct val="100000"/>
              </a:lnSpc>
              <a:spcBef>
                <a:spcPts val="0"/>
              </a:spcBef>
              <a:spcAft>
                <a:spcPts val="0"/>
              </a:spcAft>
              <a:buSzPts val="1400"/>
              <a:buChar char="○"/>
              <a:defRPr sz="3000">
                <a:latin typeface="Vidaloka"/>
                <a:ea typeface="Vidaloka"/>
                <a:cs typeface="Vidaloka"/>
                <a:sym typeface="Vidaloka"/>
              </a:defRPr>
            </a:lvl2pPr>
            <a:lvl3pPr marL="1371600" lvl="2" indent="-317500" algn="l">
              <a:lnSpc>
                <a:spcPct val="100000"/>
              </a:lnSpc>
              <a:spcBef>
                <a:spcPts val="0"/>
              </a:spcBef>
              <a:spcAft>
                <a:spcPts val="0"/>
              </a:spcAft>
              <a:buSzPts val="1400"/>
              <a:buChar char="■"/>
              <a:defRPr sz="3000">
                <a:latin typeface="Vidaloka"/>
                <a:ea typeface="Vidaloka"/>
                <a:cs typeface="Vidaloka"/>
                <a:sym typeface="Vidaloka"/>
              </a:defRPr>
            </a:lvl3pPr>
            <a:lvl4pPr marL="1828800" lvl="3" indent="-317500" algn="l">
              <a:lnSpc>
                <a:spcPct val="100000"/>
              </a:lnSpc>
              <a:spcBef>
                <a:spcPts val="0"/>
              </a:spcBef>
              <a:spcAft>
                <a:spcPts val="0"/>
              </a:spcAft>
              <a:buSzPts val="1400"/>
              <a:buChar char="●"/>
              <a:defRPr sz="3000">
                <a:latin typeface="Vidaloka"/>
                <a:ea typeface="Vidaloka"/>
                <a:cs typeface="Vidaloka"/>
                <a:sym typeface="Vidaloka"/>
              </a:defRPr>
            </a:lvl4pPr>
            <a:lvl5pPr marL="2286000" lvl="4" indent="-317500" algn="l">
              <a:lnSpc>
                <a:spcPct val="100000"/>
              </a:lnSpc>
              <a:spcBef>
                <a:spcPts val="0"/>
              </a:spcBef>
              <a:spcAft>
                <a:spcPts val="0"/>
              </a:spcAft>
              <a:buSzPts val="1400"/>
              <a:buChar char="○"/>
              <a:defRPr sz="3000">
                <a:latin typeface="Vidaloka"/>
                <a:ea typeface="Vidaloka"/>
                <a:cs typeface="Vidaloka"/>
                <a:sym typeface="Vidaloka"/>
              </a:defRPr>
            </a:lvl5pPr>
            <a:lvl6pPr marL="2743200" lvl="5" indent="-317500" algn="l">
              <a:lnSpc>
                <a:spcPct val="100000"/>
              </a:lnSpc>
              <a:spcBef>
                <a:spcPts val="0"/>
              </a:spcBef>
              <a:spcAft>
                <a:spcPts val="0"/>
              </a:spcAft>
              <a:buSzPts val="1400"/>
              <a:buChar char="■"/>
              <a:defRPr sz="3000">
                <a:latin typeface="Vidaloka"/>
                <a:ea typeface="Vidaloka"/>
                <a:cs typeface="Vidaloka"/>
                <a:sym typeface="Vidaloka"/>
              </a:defRPr>
            </a:lvl6pPr>
            <a:lvl7pPr marL="3200400" lvl="6" indent="-317500" algn="l">
              <a:lnSpc>
                <a:spcPct val="100000"/>
              </a:lnSpc>
              <a:spcBef>
                <a:spcPts val="0"/>
              </a:spcBef>
              <a:spcAft>
                <a:spcPts val="0"/>
              </a:spcAft>
              <a:buSzPts val="1400"/>
              <a:buChar char="●"/>
              <a:defRPr sz="3000">
                <a:latin typeface="Vidaloka"/>
                <a:ea typeface="Vidaloka"/>
                <a:cs typeface="Vidaloka"/>
                <a:sym typeface="Vidaloka"/>
              </a:defRPr>
            </a:lvl7pPr>
            <a:lvl8pPr marL="3657600" lvl="7" indent="-317500" algn="l">
              <a:lnSpc>
                <a:spcPct val="100000"/>
              </a:lnSpc>
              <a:spcBef>
                <a:spcPts val="0"/>
              </a:spcBef>
              <a:spcAft>
                <a:spcPts val="0"/>
              </a:spcAft>
              <a:buSzPts val="1400"/>
              <a:buChar char="○"/>
              <a:defRPr sz="3000">
                <a:latin typeface="Vidaloka"/>
                <a:ea typeface="Vidaloka"/>
                <a:cs typeface="Vidaloka"/>
                <a:sym typeface="Vidaloka"/>
              </a:defRPr>
            </a:lvl8pPr>
            <a:lvl9pPr marL="4114800" lvl="8" indent="-317500" algn="l">
              <a:lnSpc>
                <a:spcPct val="100000"/>
              </a:lnSpc>
              <a:spcBef>
                <a:spcPts val="0"/>
              </a:spcBef>
              <a:spcAft>
                <a:spcPts val="0"/>
              </a:spcAft>
              <a:buSzPts val="1400"/>
              <a:buChar char="■"/>
              <a:defRPr sz="3000">
                <a:latin typeface="Vidaloka"/>
                <a:ea typeface="Vidaloka"/>
                <a:cs typeface="Vidaloka"/>
                <a:sym typeface="Vidalok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Shape 185"/>
        <p:cNvGrpSpPr/>
        <p:nvPr/>
      </p:nvGrpSpPr>
      <p:grpSpPr>
        <a:xfrm>
          <a:off x="0" y="0"/>
          <a:ext cx="0" cy="0"/>
          <a:chOff x="0" y="0"/>
          <a:chExt cx="0" cy="0"/>
        </a:xfrm>
      </p:grpSpPr>
      <p:sp>
        <p:nvSpPr>
          <p:cNvPr id="186" name="Google Shape;186;p25"/>
          <p:cNvSpPr txBox="1">
            <a:spLocks noGrp="1"/>
          </p:cNvSpPr>
          <p:nvPr>
            <p:ph type="title"/>
          </p:nvPr>
        </p:nvSpPr>
        <p:spPr>
          <a:xfrm>
            <a:off x="713225" y="1345375"/>
            <a:ext cx="6120300" cy="1644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0"/>
              <a:buNone/>
              <a:defRPr sz="12000">
                <a:solidFill>
                  <a:schemeClr val="accent1"/>
                </a:solidFill>
              </a:defRPr>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endParaRPr/>
          </a:p>
        </p:txBody>
      </p:sp>
      <p:sp>
        <p:nvSpPr>
          <p:cNvPr id="187" name="Google Shape;187;p25"/>
          <p:cNvSpPr txBox="1">
            <a:spLocks noGrp="1"/>
          </p:cNvSpPr>
          <p:nvPr>
            <p:ph type="subTitle" idx="1"/>
          </p:nvPr>
        </p:nvSpPr>
        <p:spPr>
          <a:xfrm>
            <a:off x="713225" y="3188648"/>
            <a:ext cx="6120300" cy="3750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None/>
              <a:defRPr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a:endParaRPr/>
          </a:p>
        </p:txBody>
      </p:sp>
      <p:cxnSp>
        <p:nvCxnSpPr>
          <p:cNvPr id="188" name="Google Shape;188;p25"/>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89" name="Google Shape;189;p25"/>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90" name="Google Shape;190;p2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91" name="Google Shape;191;p2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Shape 192"/>
        <p:cNvGrpSpPr/>
        <p:nvPr/>
      </p:nvGrpSpPr>
      <p:grpSpPr>
        <a:xfrm>
          <a:off x="0" y="0"/>
          <a:ext cx="0" cy="0"/>
          <a:chOff x="0" y="0"/>
          <a:chExt cx="0" cy="0"/>
        </a:xfrm>
      </p:grpSpPr>
      <p:sp>
        <p:nvSpPr>
          <p:cNvPr id="193" name="Google Shape;193;p26"/>
          <p:cNvSpPr txBox="1">
            <a:spLocks noGrp="1"/>
          </p:cNvSpPr>
          <p:nvPr>
            <p:ph type="title"/>
          </p:nvPr>
        </p:nvSpPr>
        <p:spPr>
          <a:xfrm>
            <a:off x="4956100" y="2467375"/>
            <a:ext cx="2475300" cy="6489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5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94" name="Google Shape;194;p26"/>
          <p:cNvSpPr txBox="1">
            <a:spLocks noGrp="1"/>
          </p:cNvSpPr>
          <p:nvPr>
            <p:ph type="title" idx="2"/>
          </p:nvPr>
        </p:nvSpPr>
        <p:spPr>
          <a:xfrm>
            <a:off x="4956100" y="1402325"/>
            <a:ext cx="1650900" cy="978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7000">
                <a:solidFill>
                  <a:schemeClr val="accent1"/>
                </a:solidFill>
              </a:defRPr>
            </a:lvl1pPr>
            <a:lvl2pPr lvl="1" algn="l">
              <a:lnSpc>
                <a:spcPct val="100000"/>
              </a:lnSpc>
              <a:spcBef>
                <a:spcPts val="0"/>
              </a:spcBef>
              <a:spcAft>
                <a:spcPts val="0"/>
              </a:spcAft>
              <a:buSzPts val="6000"/>
              <a:buNone/>
              <a:defRPr sz="6000" b="1"/>
            </a:lvl2pPr>
            <a:lvl3pPr lvl="2" algn="l">
              <a:lnSpc>
                <a:spcPct val="100000"/>
              </a:lnSpc>
              <a:spcBef>
                <a:spcPts val="0"/>
              </a:spcBef>
              <a:spcAft>
                <a:spcPts val="0"/>
              </a:spcAft>
              <a:buSzPts val="6000"/>
              <a:buNone/>
              <a:defRPr sz="6000" b="1"/>
            </a:lvl3pPr>
            <a:lvl4pPr lvl="3" algn="l">
              <a:lnSpc>
                <a:spcPct val="100000"/>
              </a:lnSpc>
              <a:spcBef>
                <a:spcPts val="0"/>
              </a:spcBef>
              <a:spcAft>
                <a:spcPts val="0"/>
              </a:spcAft>
              <a:buSzPts val="6000"/>
              <a:buNone/>
              <a:defRPr sz="6000" b="1"/>
            </a:lvl4pPr>
            <a:lvl5pPr lvl="4" algn="l">
              <a:lnSpc>
                <a:spcPct val="100000"/>
              </a:lnSpc>
              <a:spcBef>
                <a:spcPts val="0"/>
              </a:spcBef>
              <a:spcAft>
                <a:spcPts val="0"/>
              </a:spcAft>
              <a:buSzPts val="6000"/>
              <a:buNone/>
              <a:defRPr sz="6000" b="1"/>
            </a:lvl5pPr>
            <a:lvl6pPr lvl="5" algn="l">
              <a:lnSpc>
                <a:spcPct val="100000"/>
              </a:lnSpc>
              <a:spcBef>
                <a:spcPts val="0"/>
              </a:spcBef>
              <a:spcAft>
                <a:spcPts val="0"/>
              </a:spcAft>
              <a:buSzPts val="6000"/>
              <a:buNone/>
              <a:defRPr sz="6000" b="1"/>
            </a:lvl6pPr>
            <a:lvl7pPr lvl="6" algn="l">
              <a:lnSpc>
                <a:spcPct val="100000"/>
              </a:lnSpc>
              <a:spcBef>
                <a:spcPts val="0"/>
              </a:spcBef>
              <a:spcAft>
                <a:spcPts val="0"/>
              </a:spcAft>
              <a:buSzPts val="6000"/>
              <a:buNone/>
              <a:defRPr sz="6000" b="1"/>
            </a:lvl7pPr>
            <a:lvl8pPr lvl="7" algn="l">
              <a:lnSpc>
                <a:spcPct val="100000"/>
              </a:lnSpc>
              <a:spcBef>
                <a:spcPts val="0"/>
              </a:spcBef>
              <a:spcAft>
                <a:spcPts val="0"/>
              </a:spcAft>
              <a:buSzPts val="6000"/>
              <a:buNone/>
              <a:defRPr sz="6000" b="1"/>
            </a:lvl8pPr>
            <a:lvl9pPr lvl="8" algn="l">
              <a:lnSpc>
                <a:spcPct val="100000"/>
              </a:lnSpc>
              <a:spcBef>
                <a:spcPts val="0"/>
              </a:spcBef>
              <a:spcAft>
                <a:spcPts val="0"/>
              </a:spcAft>
              <a:buSzPts val="6000"/>
              <a:buNone/>
              <a:defRPr sz="6000" b="1"/>
            </a:lvl9pPr>
          </a:lstStyle>
          <a:p>
            <a:endParaRPr/>
          </a:p>
        </p:txBody>
      </p:sp>
      <p:sp>
        <p:nvSpPr>
          <p:cNvPr id="195" name="Google Shape;195;p26"/>
          <p:cNvSpPr txBox="1">
            <a:spLocks noGrp="1"/>
          </p:cNvSpPr>
          <p:nvPr>
            <p:ph type="subTitle" idx="1"/>
          </p:nvPr>
        </p:nvSpPr>
        <p:spPr>
          <a:xfrm>
            <a:off x="4956100" y="3116275"/>
            <a:ext cx="2475300" cy="6249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cxnSp>
        <p:nvCxnSpPr>
          <p:cNvPr id="196" name="Google Shape;196;p26"/>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97" name="Google Shape;197;p26"/>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98" name="Google Shape;198;p26"/>
          <p:cNvCxnSpPr/>
          <p:nvPr/>
        </p:nvCxnSpPr>
        <p:spPr>
          <a:xfrm>
            <a:off x="-209600" y="2402450"/>
            <a:ext cx="3144300" cy="27897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4373850" y="944250"/>
            <a:ext cx="2475300" cy="6489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5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201" name="Google Shape;201;p27"/>
          <p:cNvSpPr txBox="1">
            <a:spLocks noGrp="1"/>
          </p:cNvSpPr>
          <p:nvPr>
            <p:ph type="title" idx="2"/>
          </p:nvPr>
        </p:nvSpPr>
        <p:spPr>
          <a:xfrm>
            <a:off x="2294850" y="1096650"/>
            <a:ext cx="1650900" cy="9783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6000"/>
              <a:buNone/>
              <a:defRPr sz="7000">
                <a:solidFill>
                  <a:schemeClr val="accent1"/>
                </a:solidFill>
              </a:defRPr>
            </a:lvl1pPr>
            <a:lvl2pPr lvl="1" algn="l">
              <a:lnSpc>
                <a:spcPct val="100000"/>
              </a:lnSpc>
              <a:spcBef>
                <a:spcPts val="0"/>
              </a:spcBef>
              <a:spcAft>
                <a:spcPts val="0"/>
              </a:spcAft>
              <a:buSzPts val="6000"/>
              <a:buNone/>
              <a:defRPr sz="6000" b="1"/>
            </a:lvl2pPr>
            <a:lvl3pPr lvl="2" algn="l">
              <a:lnSpc>
                <a:spcPct val="100000"/>
              </a:lnSpc>
              <a:spcBef>
                <a:spcPts val="0"/>
              </a:spcBef>
              <a:spcAft>
                <a:spcPts val="0"/>
              </a:spcAft>
              <a:buSzPts val="6000"/>
              <a:buNone/>
              <a:defRPr sz="6000" b="1"/>
            </a:lvl3pPr>
            <a:lvl4pPr lvl="3" algn="l">
              <a:lnSpc>
                <a:spcPct val="100000"/>
              </a:lnSpc>
              <a:spcBef>
                <a:spcPts val="0"/>
              </a:spcBef>
              <a:spcAft>
                <a:spcPts val="0"/>
              </a:spcAft>
              <a:buSzPts val="6000"/>
              <a:buNone/>
              <a:defRPr sz="6000" b="1"/>
            </a:lvl4pPr>
            <a:lvl5pPr lvl="4" algn="l">
              <a:lnSpc>
                <a:spcPct val="100000"/>
              </a:lnSpc>
              <a:spcBef>
                <a:spcPts val="0"/>
              </a:spcBef>
              <a:spcAft>
                <a:spcPts val="0"/>
              </a:spcAft>
              <a:buSzPts val="6000"/>
              <a:buNone/>
              <a:defRPr sz="6000" b="1"/>
            </a:lvl5pPr>
            <a:lvl6pPr lvl="5" algn="l">
              <a:lnSpc>
                <a:spcPct val="100000"/>
              </a:lnSpc>
              <a:spcBef>
                <a:spcPts val="0"/>
              </a:spcBef>
              <a:spcAft>
                <a:spcPts val="0"/>
              </a:spcAft>
              <a:buSzPts val="6000"/>
              <a:buNone/>
              <a:defRPr sz="6000" b="1"/>
            </a:lvl6pPr>
            <a:lvl7pPr lvl="6" algn="l">
              <a:lnSpc>
                <a:spcPct val="100000"/>
              </a:lnSpc>
              <a:spcBef>
                <a:spcPts val="0"/>
              </a:spcBef>
              <a:spcAft>
                <a:spcPts val="0"/>
              </a:spcAft>
              <a:buSzPts val="6000"/>
              <a:buNone/>
              <a:defRPr sz="6000" b="1"/>
            </a:lvl7pPr>
            <a:lvl8pPr lvl="7" algn="l">
              <a:lnSpc>
                <a:spcPct val="100000"/>
              </a:lnSpc>
              <a:spcBef>
                <a:spcPts val="0"/>
              </a:spcBef>
              <a:spcAft>
                <a:spcPts val="0"/>
              </a:spcAft>
              <a:buSzPts val="6000"/>
              <a:buNone/>
              <a:defRPr sz="6000" b="1"/>
            </a:lvl8pPr>
            <a:lvl9pPr lvl="8" algn="l">
              <a:lnSpc>
                <a:spcPct val="100000"/>
              </a:lnSpc>
              <a:spcBef>
                <a:spcPts val="0"/>
              </a:spcBef>
              <a:spcAft>
                <a:spcPts val="0"/>
              </a:spcAft>
              <a:buSzPts val="6000"/>
              <a:buNone/>
              <a:defRPr sz="6000" b="1"/>
            </a:lvl9pPr>
          </a:lstStyle>
          <a:p>
            <a:endParaRPr/>
          </a:p>
        </p:txBody>
      </p:sp>
      <p:sp>
        <p:nvSpPr>
          <p:cNvPr id="202" name="Google Shape;202;p27"/>
          <p:cNvSpPr txBox="1">
            <a:spLocks noGrp="1"/>
          </p:cNvSpPr>
          <p:nvPr>
            <p:ph type="subTitle" idx="1"/>
          </p:nvPr>
        </p:nvSpPr>
        <p:spPr>
          <a:xfrm>
            <a:off x="4373850" y="1593150"/>
            <a:ext cx="2475300" cy="6249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cxnSp>
        <p:nvCxnSpPr>
          <p:cNvPr id="203" name="Google Shape;203;p27"/>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04" name="Google Shape;204;p27"/>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05" name="Google Shape;205;p2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06" name="Google Shape;206;p2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07" name="Google Shape;207;p2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08" name="Google Shape;208;p2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Shape 209"/>
        <p:cNvGrpSpPr/>
        <p:nvPr/>
      </p:nvGrpSpPr>
      <p:grpSpPr>
        <a:xfrm>
          <a:off x="0" y="0"/>
          <a:ext cx="0" cy="0"/>
          <a:chOff x="0" y="0"/>
          <a:chExt cx="0" cy="0"/>
        </a:xfrm>
      </p:grpSpPr>
      <p:sp>
        <p:nvSpPr>
          <p:cNvPr id="210" name="Google Shape;210;p28"/>
          <p:cNvSpPr txBox="1">
            <a:spLocks noGrp="1"/>
          </p:cNvSpPr>
          <p:nvPr>
            <p:ph type="title"/>
          </p:nvPr>
        </p:nvSpPr>
        <p:spPr>
          <a:xfrm>
            <a:off x="1043725" y="922567"/>
            <a:ext cx="3123000" cy="2257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11" name="Google Shape;211;p28"/>
          <p:cNvSpPr txBox="1">
            <a:spLocks noGrp="1"/>
          </p:cNvSpPr>
          <p:nvPr>
            <p:ph type="subTitle" idx="1"/>
          </p:nvPr>
        </p:nvSpPr>
        <p:spPr>
          <a:xfrm>
            <a:off x="1043725" y="3360938"/>
            <a:ext cx="3013500" cy="780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Char char="●"/>
              <a:defRPr sz="1400"/>
            </a:lvl1pPr>
            <a:lvl2pPr lvl="1" algn="ctr">
              <a:lnSpc>
                <a:spcPct val="115000"/>
              </a:lnSpc>
              <a:spcBef>
                <a:spcPts val="0"/>
              </a:spcBef>
              <a:spcAft>
                <a:spcPts val="0"/>
              </a:spcAft>
              <a:buSzPts val="1400"/>
              <a:buChar char="○"/>
              <a:defRPr/>
            </a:lvl2pPr>
            <a:lvl3pPr lvl="2" algn="ctr">
              <a:lnSpc>
                <a:spcPct val="115000"/>
              </a:lnSpc>
              <a:spcBef>
                <a:spcPts val="0"/>
              </a:spcBef>
              <a:spcAft>
                <a:spcPts val="0"/>
              </a:spcAft>
              <a:buSzPts val="1400"/>
              <a:buChar char="■"/>
              <a:defRPr/>
            </a:lvl3pPr>
            <a:lvl4pPr lvl="3" algn="ctr">
              <a:lnSpc>
                <a:spcPct val="115000"/>
              </a:lnSpc>
              <a:spcBef>
                <a:spcPts val="0"/>
              </a:spcBef>
              <a:spcAft>
                <a:spcPts val="0"/>
              </a:spcAft>
              <a:buSzPts val="1400"/>
              <a:buChar char="●"/>
              <a:defRPr/>
            </a:lvl4pPr>
            <a:lvl5pPr lvl="4" algn="ctr">
              <a:lnSpc>
                <a:spcPct val="115000"/>
              </a:lnSpc>
              <a:spcBef>
                <a:spcPts val="0"/>
              </a:spcBef>
              <a:spcAft>
                <a:spcPts val="0"/>
              </a:spcAft>
              <a:buSzPts val="1400"/>
              <a:buChar char="○"/>
              <a:defRPr/>
            </a:lvl5pPr>
            <a:lvl6pPr lvl="5" algn="ctr">
              <a:lnSpc>
                <a:spcPct val="115000"/>
              </a:lnSpc>
              <a:spcBef>
                <a:spcPts val="0"/>
              </a:spcBef>
              <a:spcAft>
                <a:spcPts val="0"/>
              </a:spcAft>
              <a:buSzPts val="1400"/>
              <a:buChar char="■"/>
              <a:defRPr/>
            </a:lvl6pPr>
            <a:lvl7pPr lvl="6" algn="ctr">
              <a:lnSpc>
                <a:spcPct val="115000"/>
              </a:lnSpc>
              <a:spcBef>
                <a:spcPts val="0"/>
              </a:spcBef>
              <a:spcAft>
                <a:spcPts val="0"/>
              </a:spcAft>
              <a:buSzPts val="1400"/>
              <a:buChar char="●"/>
              <a:defRPr/>
            </a:lvl7pPr>
            <a:lvl8pPr lvl="7" algn="ctr">
              <a:lnSpc>
                <a:spcPct val="115000"/>
              </a:lnSpc>
              <a:spcBef>
                <a:spcPts val="0"/>
              </a:spcBef>
              <a:spcAft>
                <a:spcPts val="0"/>
              </a:spcAft>
              <a:buSzPts val="1400"/>
              <a:buChar char="○"/>
              <a:defRPr/>
            </a:lvl8pPr>
            <a:lvl9pPr lvl="8" algn="ctr">
              <a:lnSpc>
                <a:spcPct val="115000"/>
              </a:lnSpc>
              <a:spcBef>
                <a:spcPts val="0"/>
              </a:spcBef>
              <a:spcAft>
                <a:spcPts val="0"/>
              </a:spcAft>
              <a:buSzPts val="1400"/>
              <a:buChar char="■"/>
              <a:defRPr/>
            </a:lvl9pPr>
          </a:lstStyle>
          <a:p>
            <a:endParaRPr/>
          </a:p>
        </p:txBody>
      </p:sp>
      <p:cxnSp>
        <p:nvCxnSpPr>
          <p:cNvPr id="212" name="Google Shape;212;p28"/>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13" name="Google Shape;213;p28"/>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14" name="Google Shape;214;p28"/>
          <p:cNvCxnSpPr/>
          <p:nvPr/>
        </p:nvCxnSpPr>
        <p:spPr>
          <a:xfrm>
            <a:off x="5322650" y="-80625"/>
            <a:ext cx="4005000" cy="20073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5310925" y="962565"/>
            <a:ext cx="3123000" cy="2257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17" name="Google Shape;217;p29"/>
          <p:cNvSpPr txBox="1">
            <a:spLocks noGrp="1"/>
          </p:cNvSpPr>
          <p:nvPr>
            <p:ph type="subTitle" idx="1"/>
          </p:nvPr>
        </p:nvSpPr>
        <p:spPr>
          <a:xfrm>
            <a:off x="5310925" y="3400935"/>
            <a:ext cx="3013500" cy="780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Char char="●"/>
              <a:defRPr sz="1400">
                <a:solidFill>
                  <a:schemeClr val="dk1"/>
                </a:solidFill>
              </a:defRPr>
            </a:lvl1pPr>
            <a:lvl2pPr lvl="1" algn="ctr">
              <a:lnSpc>
                <a:spcPct val="115000"/>
              </a:lnSpc>
              <a:spcBef>
                <a:spcPts val="0"/>
              </a:spcBef>
              <a:spcAft>
                <a:spcPts val="0"/>
              </a:spcAft>
              <a:buSzPts val="1400"/>
              <a:buChar char="○"/>
              <a:defRPr/>
            </a:lvl2pPr>
            <a:lvl3pPr lvl="2" algn="ctr">
              <a:lnSpc>
                <a:spcPct val="115000"/>
              </a:lnSpc>
              <a:spcBef>
                <a:spcPts val="0"/>
              </a:spcBef>
              <a:spcAft>
                <a:spcPts val="0"/>
              </a:spcAft>
              <a:buSzPts val="1400"/>
              <a:buChar char="■"/>
              <a:defRPr/>
            </a:lvl3pPr>
            <a:lvl4pPr lvl="3" algn="ctr">
              <a:lnSpc>
                <a:spcPct val="115000"/>
              </a:lnSpc>
              <a:spcBef>
                <a:spcPts val="0"/>
              </a:spcBef>
              <a:spcAft>
                <a:spcPts val="0"/>
              </a:spcAft>
              <a:buSzPts val="1400"/>
              <a:buChar char="●"/>
              <a:defRPr/>
            </a:lvl4pPr>
            <a:lvl5pPr lvl="4" algn="ctr">
              <a:lnSpc>
                <a:spcPct val="115000"/>
              </a:lnSpc>
              <a:spcBef>
                <a:spcPts val="0"/>
              </a:spcBef>
              <a:spcAft>
                <a:spcPts val="0"/>
              </a:spcAft>
              <a:buSzPts val="1400"/>
              <a:buChar char="○"/>
              <a:defRPr/>
            </a:lvl5pPr>
            <a:lvl6pPr lvl="5" algn="ctr">
              <a:lnSpc>
                <a:spcPct val="115000"/>
              </a:lnSpc>
              <a:spcBef>
                <a:spcPts val="0"/>
              </a:spcBef>
              <a:spcAft>
                <a:spcPts val="0"/>
              </a:spcAft>
              <a:buSzPts val="1400"/>
              <a:buChar char="■"/>
              <a:defRPr/>
            </a:lvl6pPr>
            <a:lvl7pPr lvl="6" algn="ctr">
              <a:lnSpc>
                <a:spcPct val="115000"/>
              </a:lnSpc>
              <a:spcBef>
                <a:spcPts val="0"/>
              </a:spcBef>
              <a:spcAft>
                <a:spcPts val="0"/>
              </a:spcAft>
              <a:buSzPts val="1400"/>
              <a:buChar char="●"/>
              <a:defRPr/>
            </a:lvl7pPr>
            <a:lvl8pPr lvl="7" algn="ctr">
              <a:lnSpc>
                <a:spcPct val="115000"/>
              </a:lnSpc>
              <a:spcBef>
                <a:spcPts val="0"/>
              </a:spcBef>
              <a:spcAft>
                <a:spcPts val="0"/>
              </a:spcAft>
              <a:buSzPts val="1400"/>
              <a:buChar char="○"/>
              <a:defRPr/>
            </a:lvl8pPr>
            <a:lvl9pPr lvl="8" algn="ctr">
              <a:lnSpc>
                <a:spcPct val="115000"/>
              </a:lnSpc>
              <a:spcBef>
                <a:spcPts val="0"/>
              </a:spcBef>
              <a:spcAft>
                <a:spcPts val="0"/>
              </a:spcAft>
              <a:buSzPts val="1400"/>
              <a:buChar char="■"/>
              <a:defRPr/>
            </a:lvl9pPr>
          </a:lstStyle>
          <a:p>
            <a:endParaRPr/>
          </a:p>
        </p:txBody>
      </p:sp>
      <p:cxnSp>
        <p:nvCxnSpPr>
          <p:cNvPr id="218" name="Google Shape;218;p29"/>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19" name="Google Shape;219;p29"/>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20" name="Google Shape;220;p2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21" name="Google Shape;221;p2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22" name="Google Shape;222;p2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23" name="Google Shape;223;p2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24"/>
        <p:cNvGrpSpPr/>
        <p:nvPr/>
      </p:nvGrpSpPr>
      <p:grpSpPr>
        <a:xfrm>
          <a:off x="0" y="0"/>
          <a:ext cx="0" cy="0"/>
          <a:chOff x="0" y="0"/>
          <a:chExt cx="0" cy="0"/>
        </a:xfrm>
      </p:grpSpPr>
      <p:sp>
        <p:nvSpPr>
          <p:cNvPr id="225" name="Google Shape;225;p30"/>
          <p:cNvSpPr txBox="1">
            <a:spLocks noGrp="1"/>
          </p:cNvSpPr>
          <p:nvPr>
            <p:ph type="subTitle" idx="1"/>
          </p:nvPr>
        </p:nvSpPr>
        <p:spPr>
          <a:xfrm>
            <a:off x="3509000" y="25320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26" name="Google Shape;226;p30"/>
          <p:cNvSpPr txBox="1">
            <a:spLocks noGrp="1"/>
          </p:cNvSpPr>
          <p:nvPr>
            <p:ph type="subTitle" idx="2"/>
          </p:nvPr>
        </p:nvSpPr>
        <p:spPr>
          <a:xfrm>
            <a:off x="3509025" y="2948247"/>
            <a:ext cx="2126100" cy="813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27" name="Google Shape;227;p30"/>
          <p:cNvSpPr txBox="1">
            <a:spLocks noGrp="1"/>
          </p:cNvSpPr>
          <p:nvPr>
            <p:ph type="subTitle" idx="3"/>
          </p:nvPr>
        </p:nvSpPr>
        <p:spPr>
          <a:xfrm>
            <a:off x="953025" y="25320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28" name="Google Shape;228;p30"/>
          <p:cNvSpPr txBox="1">
            <a:spLocks noGrp="1"/>
          </p:cNvSpPr>
          <p:nvPr>
            <p:ph type="subTitle" idx="4"/>
          </p:nvPr>
        </p:nvSpPr>
        <p:spPr>
          <a:xfrm>
            <a:off x="953125" y="2948247"/>
            <a:ext cx="2126100" cy="813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29" name="Google Shape;229;p30"/>
          <p:cNvSpPr txBox="1">
            <a:spLocks noGrp="1"/>
          </p:cNvSpPr>
          <p:nvPr>
            <p:ph type="subTitle" idx="5"/>
          </p:nvPr>
        </p:nvSpPr>
        <p:spPr>
          <a:xfrm>
            <a:off x="6064875" y="25320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0" name="Google Shape;230;p30"/>
          <p:cNvSpPr txBox="1">
            <a:spLocks noGrp="1"/>
          </p:cNvSpPr>
          <p:nvPr>
            <p:ph type="subTitle" idx="6"/>
          </p:nvPr>
        </p:nvSpPr>
        <p:spPr>
          <a:xfrm>
            <a:off x="6064875" y="2948247"/>
            <a:ext cx="2126100" cy="813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31" name="Google Shape;231;p30"/>
          <p:cNvSpPr txBox="1">
            <a:spLocks noGrp="1"/>
          </p:cNvSpPr>
          <p:nvPr>
            <p:ph type="title"/>
          </p:nvPr>
        </p:nvSpPr>
        <p:spPr>
          <a:xfrm>
            <a:off x="713225" y="445025"/>
            <a:ext cx="6655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l">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l">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l">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l">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l">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l">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l">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32" name="Google Shape;232;p30"/>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33" name="Google Shape;233;p30"/>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Shape 234"/>
        <p:cNvGrpSpPr/>
        <p:nvPr/>
      </p:nvGrpSpPr>
      <p:grpSpPr>
        <a:xfrm>
          <a:off x="0" y="0"/>
          <a:ext cx="0" cy="0"/>
          <a:chOff x="0" y="0"/>
          <a:chExt cx="0" cy="0"/>
        </a:xfrm>
      </p:grpSpPr>
      <p:sp>
        <p:nvSpPr>
          <p:cNvPr id="235" name="Google Shape;235;p31"/>
          <p:cNvSpPr txBox="1">
            <a:spLocks noGrp="1"/>
          </p:cNvSpPr>
          <p:nvPr>
            <p:ph type="subTitle" idx="1"/>
          </p:nvPr>
        </p:nvSpPr>
        <p:spPr>
          <a:xfrm>
            <a:off x="3509000" y="16938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6" name="Google Shape;236;p31"/>
          <p:cNvSpPr txBox="1">
            <a:spLocks noGrp="1"/>
          </p:cNvSpPr>
          <p:nvPr>
            <p:ph type="subTitle" idx="2"/>
          </p:nvPr>
        </p:nvSpPr>
        <p:spPr>
          <a:xfrm>
            <a:off x="3509025" y="21100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37" name="Google Shape;237;p31"/>
          <p:cNvSpPr txBox="1">
            <a:spLocks noGrp="1"/>
          </p:cNvSpPr>
          <p:nvPr>
            <p:ph type="subTitle" idx="3"/>
          </p:nvPr>
        </p:nvSpPr>
        <p:spPr>
          <a:xfrm>
            <a:off x="953025" y="16938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8" name="Google Shape;238;p31"/>
          <p:cNvSpPr txBox="1">
            <a:spLocks noGrp="1"/>
          </p:cNvSpPr>
          <p:nvPr>
            <p:ph type="subTitle" idx="4"/>
          </p:nvPr>
        </p:nvSpPr>
        <p:spPr>
          <a:xfrm>
            <a:off x="953125" y="21100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39" name="Google Shape;239;p31"/>
          <p:cNvSpPr txBox="1">
            <a:spLocks noGrp="1"/>
          </p:cNvSpPr>
          <p:nvPr>
            <p:ph type="subTitle" idx="5"/>
          </p:nvPr>
        </p:nvSpPr>
        <p:spPr>
          <a:xfrm>
            <a:off x="6064875" y="16938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0" name="Google Shape;240;p31"/>
          <p:cNvSpPr txBox="1">
            <a:spLocks noGrp="1"/>
          </p:cNvSpPr>
          <p:nvPr>
            <p:ph type="subTitle" idx="6"/>
          </p:nvPr>
        </p:nvSpPr>
        <p:spPr>
          <a:xfrm>
            <a:off x="6064875" y="21100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41" name="Google Shape;241;p31"/>
          <p:cNvSpPr txBox="1">
            <a:spLocks noGrp="1"/>
          </p:cNvSpPr>
          <p:nvPr>
            <p:ph type="title"/>
          </p:nvPr>
        </p:nvSpPr>
        <p:spPr>
          <a:xfrm>
            <a:off x="1244250" y="445025"/>
            <a:ext cx="66555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ctr">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ctr">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ctr">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ctr">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ctr">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ctr">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ctr">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242" name="Google Shape;242;p31"/>
          <p:cNvSpPr txBox="1">
            <a:spLocks noGrp="1"/>
          </p:cNvSpPr>
          <p:nvPr>
            <p:ph type="subTitle" idx="7"/>
          </p:nvPr>
        </p:nvSpPr>
        <p:spPr>
          <a:xfrm>
            <a:off x="3509000" y="33987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3" name="Google Shape;243;p31"/>
          <p:cNvSpPr txBox="1">
            <a:spLocks noGrp="1"/>
          </p:cNvSpPr>
          <p:nvPr>
            <p:ph type="subTitle" idx="8"/>
          </p:nvPr>
        </p:nvSpPr>
        <p:spPr>
          <a:xfrm>
            <a:off x="3509025" y="38149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44" name="Google Shape;244;p31"/>
          <p:cNvSpPr txBox="1">
            <a:spLocks noGrp="1"/>
          </p:cNvSpPr>
          <p:nvPr>
            <p:ph type="subTitle" idx="9"/>
          </p:nvPr>
        </p:nvSpPr>
        <p:spPr>
          <a:xfrm>
            <a:off x="953025" y="33987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5" name="Google Shape;245;p31"/>
          <p:cNvSpPr txBox="1">
            <a:spLocks noGrp="1"/>
          </p:cNvSpPr>
          <p:nvPr>
            <p:ph type="subTitle" idx="13"/>
          </p:nvPr>
        </p:nvSpPr>
        <p:spPr>
          <a:xfrm>
            <a:off x="953125" y="38149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46" name="Google Shape;246;p31"/>
          <p:cNvSpPr txBox="1">
            <a:spLocks noGrp="1"/>
          </p:cNvSpPr>
          <p:nvPr>
            <p:ph type="subTitle" idx="14"/>
          </p:nvPr>
        </p:nvSpPr>
        <p:spPr>
          <a:xfrm>
            <a:off x="6064875" y="33987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7" name="Google Shape;247;p31"/>
          <p:cNvSpPr txBox="1">
            <a:spLocks noGrp="1"/>
          </p:cNvSpPr>
          <p:nvPr>
            <p:ph type="subTitle" idx="15"/>
          </p:nvPr>
        </p:nvSpPr>
        <p:spPr>
          <a:xfrm>
            <a:off x="6064875" y="38149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248" name="Google Shape;248;p31"/>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49" name="Google Shape;249;p31"/>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50" name="Google Shape;250;p3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51" name="Google Shape;251;p3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Shape 252"/>
        <p:cNvGrpSpPr/>
        <p:nvPr/>
      </p:nvGrpSpPr>
      <p:grpSpPr>
        <a:xfrm>
          <a:off x="0" y="0"/>
          <a:ext cx="0" cy="0"/>
          <a:chOff x="0" y="0"/>
          <a:chExt cx="0" cy="0"/>
        </a:xfrm>
      </p:grpSpPr>
      <p:sp>
        <p:nvSpPr>
          <p:cNvPr id="253" name="Google Shape;253;p32"/>
          <p:cNvSpPr txBox="1">
            <a:spLocks noGrp="1"/>
          </p:cNvSpPr>
          <p:nvPr>
            <p:ph type="subTitle" idx="1"/>
          </p:nvPr>
        </p:nvSpPr>
        <p:spPr>
          <a:xfrm>
            <a:off x="3414050" y="1714429"/>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4" name="Google Shape;254;p32"/>
          <p:cNvSpPr txBox="1">
            <a:spLocks noGrp="1"/>
          </p:cNvSpPr>
          <p:nvPr>
            <p:ph type="subTitle" idx="2"/>
          </p:nvPr>
        </p:nvSpPr>
        <p:spPr>
          <a:xfrm>
            <a:off x="3564200" y="2124122"/>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55" name="Google Shape;255;p32"/>
          <p:cNvSpPr txBox="1">
            <a:spLocks noGrp="1"/>
          </p:cNvSpPr>
          <p:nvPr>
            <p:ph type="subTitle" idx="3"/>
          </p:nvPr>
        </p:nvSpPr>
        <p:spPr>
          <a:xfrm>
            <a:off x="705725" y="1714429"/>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6" name="Google Shape;256;p32"/>
          <p:cNvSpPr txBox="1">
            <a:spLocks noGrp="1"/>
          </p:cNvSpPr>
          <p:nvPr>
            <p:ph type="subTitle" idx="4"/>
          </p:nvPr>
        </p:nvSpPr>
        <p:spPr>
          <a:xfrm>
            <a:off x="855875" y="2124122"/>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57" name="Google Shape;257;p32"/>
          <p:cNvSpPr txBox="1">
            <a:spLocks noGrp="1"/>
          </p:cNvSpPr>
          <p:nvPr>
            <p:ph type="subTitle" idx="5"/>
          </p:nvPr>
        </p:nvSpPr>
        <p:spPr>
          <a:xfrm>
            <a:off x="6122325" y="1714429"/>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8" name="Google Shape;258;p32"/>
          <p:cNvSpPr txBox="1">
            <a:spLocks noGrp="1"/>
          </p:cNvSpPr>
          <p:nvPr>
            <p:ph type="subTitle" idx="6"/>
          </p:nvPr>
        </p:nvSpPr>
        <p:spPr>
          <a:xfrm>
            <a:off x="6272475" y="2124122"/>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59" name="Google Shape;259;p32"/>
          <p:cNvSpPr txBox="1">
            <a:spLocks noGrp="1"/>
          </p:cNvSpPr>
          <p:nvPr>
            <p:ph type="subTitle" idx="7"/>
          </p:nvPr>
        </p:nvSpPr>
        <p:spPr>
          <a:xfrm>
            <a:off x="3414050" y="3453326"/>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0" name="Google Shape;260;p32"/>
          <p:cNvSpPr txBox="1">
            <a:spLocks noGrp="1"/>
          </p:cNvSpPr>
          <p:nvPr>
            <p:ph type="subTitle" idx="8"/>
          </p:nvPr>
        </p:nvSpPr>
        <p:spPr>
          <a:xfrm>
            <a:off x="3564200" y="3869536"/>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61" name="Google Shape;261;p32"/>
          <p:cNvSpPr txBox="1">
            <a:spLocks noGrp="1"/>
          </p:cNvSpPr>
          <p:nvPr>
            <p:ph type="subTitle" idx="9"/>
          </p:nvPr>
        </p:nvSpPr>
        <p:spPr>
          <a:xfrm>
            <a:off x="705725" y="3453326"/>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2" name="Google Shape;262;p32"/>
          <p:cNvSpPr txBox="1">
            <a:spLocks noGrp="1"/>
          </p:cNvSpPr>
          <p:nvPr>
            <p:ph type="subTitle" idx="13"/>
          </p:nvPr>
        </p:nvSpPr>
        <p:spPr>
          <a:xfrm>
            <a:off x="855875" y="3869536"/>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63" name="Google Shape;263;p32"/>
          <p:cNvSpPr txBox="1">
            <a:spLocks noGrp="1"/>
          </p:cNvSpPr>
          <p:nvPr>
            <p:ph type="subTitle" idx="14"/>
          </p:nvPr>
        </p:nvSpPr>
        <p:spPr>
          <a:xfrm>
            <a:off x="6122325" y="3453326"/>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4" name="Google Shape;264;p32"/>
          <p:cNvSpPr txBox="1">
            <a:spLocks noGrp="1"/>
          </p:cNvSpPr>
          <p:nvPr>
            <p:ph type="subTitle" idx="15"/>
          </p:nvPr>
        </p:nvSpPr>
        <p:spPr>
          <a:xfrm>
            <a:off x="6272475" y="3869536"/>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65" name="Google Shape;265;p32"/>
          <p:cNvSpPr txBox="1">
            <a:spLocks noGrp="1"/>
          </p:cNvSpPr>
          <p:nvPr>
            <p:ph type="title"/>
          </p:nvPr>
        </p:nvSpPr>
        <p:spPr>
          <a:xfrm>
            <a:off x="713225" y="445025"/>
            <a:ext cx="60807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l">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l">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l">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l">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l">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l">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l">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66" name="Google Shape;266;p32"/>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67" name="Google Shape;267;p32"/>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Shape 268"/>
        <p:cNvGrpSpPr/>
        <p:nvPr/>
      </p:nvGrpSpPr>
      <p:grpSpPr>
        <a:xfrm>
          <a:off x="0" y="0"/>
          <a:ext cx="0" cy="0"/>
          <a:chOff x="0" y="0"/>
          <a:chExt cx="0" cy="0"/>
        </a:xfrm>
      </p:grpSpPr>
      <p:sp>
        <p:nvSpPr>
          <p:cNvPr id="269" name="Google Shape;269;p33"/>
          <p:cNvSpPr txBox="1">
            <a:spLocks noGrp="1"/>
          </p:cNvSpPr>
          <p:nvPr>
            <p:ph type="subTitle" idx="1"/>
          </p:nvPr>
        </p:nvSpPr>
        <p:spPr>
          <a:xfrm>
            <a:off x="3414050" y="1714429"/>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0" name="Google Shape;270;p33"/>
          <p:cNvSpPr txBox="1">
            <a:spLocks noGrp="1"/>
          </p:cNvSpPr>
          <p:nvPr>
            <p:ph type="subTitle" idx="2"/>
          </p:nvPr>
        </p:nvSpPr>
        <p:spPr>
          <a:xfrm>
            <a:off x="3564200" y="2124122"/>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71" name="Google Shape;271;p33"/>
          <p:cNvSpPr txBox="1">
            <a:spLocks noGrp="1"/>
          </p:cNvSpPr>
          <p:nvPr>
            <p:ph type="subTitle" idx="3"/>
          </p:nvPr>
        </p:nvSpPr>
        <p:spPr>
          <a:xfrm>
            <a:off x="705725" y="1714429"/>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2" name="Google Shape;272;p33"/>
          <p:cNvSpPr txBox="1">
            <a:spLocks noGrp="1"/>
          </p:cNvSpPr>
          <p:nvPr>
            <p:ph type="subTitle" idx="4"/>
          </p:nvPr>
        </p:nvSpPr>
        <p:spPr>
          <a:xfrm>
            <a:off x="855875" y="2124122"/>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73" name="Google Shape;273;p33"/>
          <p:cNvSpPr txBox="1">
            <a:spLocks noGrp="1"/>
          </p:cNvSpPr>
          <p:nvPr>
            <p:ph type="subTitle" idx="5"/>
          </p:nvPr>
        </p:nvSpPr>
        <p:spPr>
          <a:xfrm>
            <a:off x="6122325" y="1714429"/>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4" name="Google Shape;274;p33"/>
          <p:cNvSpPr txBox="1">
            <a:spLocks noGrp="1"/>
          </p:cNvSpPr>
          <p:nvPr>
            <p:ph type="subTitle" idx="6"/>
          </p:nvPr>
        </p:nvSpPr>
        <p:spPr>
          <a:xfrm>
            <a:off x="6272475" y="2124122"/>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75" name="Google Shape;275;p33"/>
          <p:cNvSpPr txBox="1">
            <a:spLocks noGrp="1"/>
          </p:cNvSpPr>
          <p:nvPr>
            <p:ph type="subTitle" idx="7"/>
          </p:nvPr>
        </p:nvSpPr>
        <p:spPr>
          <a:xfrm>
            <a:off x="2059863" y="3148526"/>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6" name="Google Shape;276;p33"/>
          <p:cNvSpPr txBox="1">
            <a:spLocks noGrp="1"/>
          </p:cNvSpPr>
          <p:nvPr>
            <p:ph type="subTitle" idx="8"/>
          </p:nvPr>
        </p:nvSpPr>
        <p:spPr>
          <a:xfrm>
            <a:off x="2210013" y="3564736"/>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77" name="Google Shape;277;p33"/>
          <p:cNvSpPr txBox="1">
            <a:spLocks noGrp="1"/>
          </p:cNvSpPr>
          <p:nvPr>
            <p:ph type="subTitle" idx="9"/>
          </p:nvPr>
        </p:nvSpPr>
        <p:spPr>
          <a:xfrm>
            <a:off x="4768138" y="3148526"/>
            <a:ext cx="23160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lnSpc>
                <a:spcPct val="115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8" name="Google Shape;278;p33"/>
          <p:cNvSpPr txBox="1">
            <a:spLocks noGrp="1"/>
          </p:cNvSpPr>
          <p:nvPr>
            <p:ph type="subTitle" idx="13"/>
          </p:nvPr>
        </p:nvSpPr>
        <p:spPr>
          <a:xfrm>
            <a:off x="4918288" y="3564736"/>
            <a:ext cx="2015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79" name="Google Shape;279;p33"/>
          <p:cNvSpPr txBox="1">
            <a:spLocks noGrp="1"/>
          </p:cNvSpPr>
          <p:nvPr>
            <p:ph type="title"/>
          </p:nvPr>
        </p:nvSpPr>
        <p:spPr>
          <a:xfrm>
            <a:off x="1531650" y="445025"/>
            <a:ext cx="6080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ctr">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ctr">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ctr">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ctr">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ctr">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ctr">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ctr">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80" name="Google Shape;280;p33"/>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81" name="Google Shape;281;p33"/>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82" name="Google Shape;282;p3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83" name="Google Shape;283;p3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Shape 284"/>
        <p:cNvGrpSpPr/>
        <p:nvPr/>
      </p:nvGrpSpPr>
      <p:grpSpPr>
        <a:xfrm>
          <a:off x="0" y="0"/>
          <a:ext cx="0" cy="0"/>
          <a:chOff x="0" y="0"/>
          <a:chExt cx="0" cy="0"/>
        </a:xfrm>
      </p:grpSpPr>
      <p:sp>
        <p:nvSpPr>
          <p:cNvPr id="285" name="Google Shape;285;p34"/>
          <p:cNvSpPr txBox="1">
            <a:spLocks noGrp="1"/>
          </p:cNvSpPr>
          <p:nvPr>
            <p:ph type="title"/>
          </p:nvPr>
        </p:nvSpPr>
        <p:spPr>
          <a:xfrm>
            <a:off x="716225" y="1073000"/>
            <a:ext cx="5640600" cy="2856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sz="96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cxnSp>
        <p:nvCxnSpPr>
          <p:cNvPr id="286" name="Google Shape;286;p34"/>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87" name="Google Shape;287;p34"/>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88" name="Google Shape;288;p3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89" name="Google Shape;289;p3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90" name="Google Shape;290;p3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91" name="Google Shape;291;p3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Shape 292"/>
        <p:cNvGrpSpPr/>
        <p:nvPr/>
      </p:nvGrpSpPr>
      <p:grpSpPr>
        <a:xfrm>
          <a:off x="0" y="0"/>
          <a:ext cx="0" cy="0"/>
          <a:chOff x="0" y="0"/>
          <a:chExt cx="0" cy="0"/>
        </a:xfrm>
      </p:grpSpPr>
      <p:sp>
        <p:nvSpPr>
          <p:cNvPr id="293" name="Google Shape;293;p35"/>
          <p:cNvSpPr txBox="1">
            <a:spLocks noGrp="1"/>
          </p:cNvSpPr>
          <p:nvPr>
            <p:ph type="subTitle" idx="1"/>
          </p:nvPr>
        </p:nvSpPr>
        <p:spPr>
          <a:xfrm>
            <a:off x="4916850" y="1894200"/>
            <a:ext cx="2316000" cy="489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4" name="Google Shape;294;p35"/>
          <p:cNvSpPr txBox="1">
            <a:spLocks noGrp="1"/>
          </p:cNvSpPr>
          <p:nvPr>
            <p:ph type="subTitle" idx="2"/>
          </p:nvPr>
        </p:nvSpPr>
        <p:spPr>
          <a:xfrm>
            <a:off x="5058900" y="2296473"/>
            <a:ext cx="2031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95" name="Google Shape;295;p35"/>
          <p:cNvSpPr txBox="1">
            <a:spLocks noGrp="1"/>
          </p:cNvSpPr>
          <p:nvPr>
            <p:ph type="subTitle" idx="3"/>
          </p:nvPr>
        </p:nvSpPr>
        <p:spPr>
          <a:xfrm>
            <a:off x="1911150" y="1894200"/>
            <a:ext cx="2316000" cy="489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6" name="Google Shape;296;p35"/>
          <p:cNvSpPr txBox="1">
            <a:spLocks noGrp="1"/>
          </p:cNvSpPr>
          <p:nvPr>
            <p:ph type="subTitle" idx="4"/>
          </p:nvPr>
        </p:nvSpPr>
        <p:spPr>
          <a:xfrm>
            <a:off x="2053300" y="2296473"/>
            <a:ext cx="2031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97" name="Google Shape;297;p35"/>
          <p:cNvSpPr txBox="1">
            <a:spLocks noGrp="1"/>
          </p:cNvSpPr>
          <p:nvPr>
            <p:ph type="subTitle" idx="5"/>
          </p:nvPr>
        </p:nvSpPr>
        <p:spPr>
          <a:xfrm>
            <a:off x="4916850" y="3528902"/>
            <a:ext cx="2316000" cy="489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8" name="Google Shape;298;p35"/>
          <p:cNvSpPr txBox="1">
            <a:spLocks noGrp="1"/>
          </p:cNvSpPr>
          <p:nvPr>
            <p:ph type="subTitle" idx="6"/>
          </p:nvPr>
        </p:nvSpPr>
        <p:spPr>
          <a:xfrm>
            <a:off x="5058900" y="3923733"/>
            <a:ext cx="2031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99" name="Google Shape;299;p35"/>
          <p:cNvSpPr txBox="1">
            <a:spLocks noGrp="1"/>
          </p:cNvSpPr>
          <p:nvPr>
            <p:ph type="subTitle" idx="7"/>
          </p:nvPr>
        </p:nvSpPr>
        <p:spPr>
          <a:xfrm>
            <a:off x="1911150" y="3528902"/>
            <a:ext cx="2316000" cy="489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0" name="Google Shape;300;p35"/>
          <p:cNvSpPr txBox="1">
            <a:spLocks noGrp="1"/>
          </p:cNvSpPr>
          <p:nvPr>
            <p:ph type="subTitle" idx="8"/>
          </p:nvPr>
        </p:nvSpPr>
        <p:spPr>
          <a:xfrm>
            <a:off x="2053200" y="3923733"/>
            <a:ext cx="2031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01" name="Google Shape;301;p35"/>
          <p:cNvSpPr txBox="1">
            <a:spLocks noGrp="1"/>
          </p:cNvSpPr>
          <p:nvPr>
            <p:ph type="title"/>
          </p:nvPr>
        </p:nvSpPr>
        <p:spPr>
          <a:xfrm>
            <a:off x="713225" y="445025"/>
            <a:ext cx="64803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l">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l">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l">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l">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l">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l">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l">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02" name="Google Shape;302;p35"/>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03" name="Google Shape;303;p35"/>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Shape 304"/>
        <p:cNvGrpSpPr/>
        <p:nvPr/>
      </p:nvGrpSpPr>
      <p:grpSpPr>
        <a:xfrm>
          <a:off x="0" y="0"/>
          <a:ext cx="0" cy="0"/>
          <a:chOff x="0" y="0"/>
          <a:chExt cx="0" cy="0"/>
        </a:xfrm>
      </p:grpSpPr>
      <p:sp>
        <p:nvSpPr>
          <p:cNvPr id="305" name="Google Shape;305;p36"/>
          <p:cNvSpPr txBox="1">
            <a:spLocks noGrp="1"/>
          </p:cNvSpPr>
          <p:nvPr>
            <p:ph type="subTitle" idx="1"/>
          </p:nvPr>
        </p:nvSpPr>
        <p:spPr>
          <a:xfrm>
            <a:off x="3571925" y="2904446"/>
            <a:ext cx="2015400" cy="49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6" name="Google Shape;306;p36"/>
          <p:cNvSpPr txBox="1">
            <a:spLocks noGrp="1"/>
          </p:cNvSpPr>
          <p:nvPr>
            <p:ph type="subTitle" idx="2"/>
          </p:nvPr>
        </p:nvSpPr>
        <p:spPr>
          <a:xfrm>
            <a:off x="3571925" y="3306722"/>
            <a:ext cx="20154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07" name="Google Shape;307;p36"/>
          <p:cNvSpPr txBox="1">
            <a:spLocks noGrp="1"/>
          </p:cNvSpPr>
          <p:nvPr>
            <p:ph type="subTitle" idx="3"/>
          </p:nvPr>
        </p:nvSpPr>
        <p:spPr>
          <a:xfrm>
            <a:off x="1088400" y="2904446"/>
            <a:ext cx="2015400" cy="49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8" name="Google Shape;308;p36"/>
          <p:cNvSpPr txBox="1">
            <a:spLocks noGrp="1"/>
          </p:cNvSpPr>
          <p:nvPr>
            <p:ph type="subTitle" idx="4"/>
          </p:nvPr>
        </p:nvSpPr>
        <p:spPr>
          <a:xfrm>
            <a:off x="1088400" y="3306722"/>
            <a:ext cx="20154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09" name="Google Shape;309;p36"/>
          <p:cNvSpPr txBox="1">
            <a:spLocks noGrp="1"/>
          </p:cNvSpPr>
          <p:nvPr>
            <p:ph type="subTitle" idx="5"/>
          </p:nvPr>
        </p:nvSpPr>
        <p:spPr>
          <a:xfrm>
            <a:off x="6055450" y="2904446"/>
            <a:ext cx="2015400" cy="49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10" name="Google Shape;310;p36"/>
          <p:cNvSpPr txBox="1">
            <a:spLocks noGrp="1"/>
          </p:cNvSpPr>
          <p:nvPr>
            <p:ph type="subTitle" idx="6"/>
          </p:nvPr>
        </p:nvSpPr>
        <p:spPr>
          <a:xfrm>
            <a:off x="6055450" y="3306722"/>
            <a:ext cx="20154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11" name="Google Shape;311;p36"/>
          <p:cNvSpPr txBox="1">
            <a:spLocks noGrp="1"/>
          </p:cNvSpPr>
          <p:nvPr>
            <p:ph type="title"/>
          </p:nvPr>
        </p:nvSpPr>
        <p:spPr>
          <a:xfrm>
            <a:off x="713225" y="445025"/>
            <a:ext cx="5517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l">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l">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l">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l">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l">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l">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l">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12" name="Google Shape;312;p36"/>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13" name="Google Shape;313;p36"/>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14" name="Google Shape;314;p36"/>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Shape 315"/>
        <p:cNvGrpSpPr/>
        <p:nvPr/>
      </p:nvGrpSpPr>
      <p:grpSpPr>
        <a:xfrm>
          <a:off x="0" y="0"/>
          <a:ext cx="0" cy="0"/>
          <a:chOff x="0" y="0"/>
          <a:chExt cx="0" cy="0"/>
        </a:xfrm>
      </p:grpSpPr>
      <p:cxnSp>
        <p:nvCxnSpPr>
          <p:cNvPr id="316" name="Google Shape;316;p37"/>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17" name="Google Shape;317;p37"/>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18" name="Google Shape;318;p3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319" name="Google Shape;319;p3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320" name="Google Shape;320;p3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321" name="Google Shape;321;p3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
        <p:nvSpPr>
          <p:cNvPr id="322" name="Google Shape;322;p37"/>
          <p:cNvSpPr txBox="1">
            <a:spLocks noGrp="1"/>
          </p:cNvSpPr>
          <p:nvPr>
            <p:ph type="title"/>
          </p:nvPr>
        </p:nvSpPr>
        <p:spPr>
          <a:xfrm>
            <a:off x="2780100" y="445025"/>
            <a:ext cx="3583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23" name="Google Shape;323;p37"/>
          <p:cNvSpPr txBox="1">
            <a:spLocks noGrp="1"/>
          </p:cNvSpPr>
          <p:nvPr>
            <p:ph type="subTitle" idx="1"/>
          </p:nvPr>
        </p:nvSpPr>
        <p:spPr>
          <a:xfrm>
            <a:off x="5306650" y="1710190"/>
            <a:ext cx="2486100" cy="401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324" name="Google Shape;324;p37"/>
          <p:cNvSpPr txBox="1">
            <a:spLocks noGrp="1"/>
          </p:cNvSpPr>
          <p:nvPr>
            <p:ph type="subTitle" idx="2"/>
          </p:nvPr>
        </p:nvSpPr>
        <p:spPr>
          <a:xfrm>
            <a:off x="5306650" y="2111217"/>
            <a:ext cx="2486100" cy="61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25" name="Google Shape;325;p37"/>
          <p:cNvSpPr txBox="1">
            <a:spLocks noGrp="1"/>
          </p:cNvSpPr>
          <p:nvPr>
            <p:ph type="subTitle" idx="3"/>
          </p:nvPr>
        </p:nvSpPr>
        <p:spPr>
          <a:xfrm>
            <a:off x="1351250" y="1710190"/>
            <a:ext cx="2486100" cy="401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326" name="Google Shape;326;p37"/>
          <p:cNvSpPr txBox="1">
            <a:spLocks noGrp="1"/>
          </p:cNvSpPr>
          <p:nvPr>
            <p:ph type="subTitle" idx="4"/>
          </p:nvPr>
        </p:nvSpPr>
        <p:spPr>
          <a:xfrm>
            <a:off x="1351250" y="2111217"/>
            <a:ext cx="2486100" cy="61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27" name="Google Shape;327;p37"/>
          <p:cNvSpPr txBox="1">
            <a:spLocks noGrp="1"/>
          </p:cNvSpPr>
          <p:nvPr>
            <p:ph type="subTitle" idx="5"/>
          </p:nvPr>
        </p:nvSpPr>
        <p:spPr>
          <a:xfrm>
            <a:off x="5306650" y="3552118"/>
            <a:ext cx="2486100" cy="46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328" name="Google Shape;328;p37"/>
          <p:cNvSpPr txBox="1">
            <a:spLocks noGrp="1"/>
          </p:cNvSpPr>
          <p:nvPr>
            <p:ph type="subTitle" idx="6"/>
          </p:nvPr>
        </p:nvSpPr>
        <p:spPr>
          <a:xfrm>
            <a:off x="5306650" y="3946487"/>
            <a:ext cx="2486100" cy="61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29" name="Google Shape;329;p37"/>
          <p:cNvSpPr txBox="1">
            <a:spLocks noGrp="1"/>
          </p:cNvSpPr>
          <p:nvPr>
            <p:ph type="subTitle" idx="7"/>
          </p:nvPr>
        </p:nvSpPr>
        <p:spPr>
          <a:xfrm>
            <a:off x="1351250" y="3552118"/>
            <a:ext cx="2486100" cy="46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330" name="Google Shape;330;p37"/>
          <p:cNvSpPr txBox="1">
            <a:spLocks noGrp="1"/>
          </p:cNvSpPr>
          <p:nvPr>
            <p:ph type="subTitle" idx="8"/>
          </p:nvPr>
        </p:nvSpPr>
        <p:spPr>
          <a:xfrm>
            <a:off x="1351300" y="3946487"/>
            <a:ext cx="2486100" cy="61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31" name="Google Shape;331;p37"/>
          <p:cNvSpPr txBox="1">
            <a:spLocks noGrp="1"/>
          </p:cNvSpPr>
          <p:nvPr>
            <p:ph type="title" idx="9"/>
          </p:nvPr>
        </p:nvSpPr>
        <p:spPr>
          <a:xfrm>
            <a:off x="1351250" y="1131425"/>
            <a:ext cx="2486100" cy="667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2"/>
              </a:buClr>
              <a:buSzPts val="4000"/>
              <a:buNone/>
              <a:defRPr sz="3800">
                <a:solidFill>
                  <a:schemeClr val="accent1"/>
                </a:solidFill>
              </a:defRPr>
            </a:lvl1pPr>
            <a:lvl2pPr lvl="1" algn="ctr">
              <a:lnSpc>
                <a:spcPct val="100000"/>
              </a:lnSpc>
              <a:spcBef>
                <a:spcPts val="0"/>
              </a:spcBef>
              <a:spcAft>
                <a:spcPts val="0"/>
              </a:spcAft>
              <a:buClr>
                <a:schemeClr val="dk2"/>
              </a:buClr>
              <a:buSzPts val="4000"/>
              <a:buNone/>
              <a:defRPr sz="4000">
                <a:solidFill>
                  <a:schemeClr val="dk2"/>
                </a:solidFill>
              </a:defRPr>
            </a:lvl2pPr>
            <a:lvl3pPr lvl="2" algn="ctr">
              <a:lnSpc>
                <a:spcPct val="100000"/>
              </a:lnSpc>
              <a:spcBef>
                <a:spcPts val="0"/>
              </a:spcBef>
              <a:spcAft>
                <a:spcPts val="0"/>
              </a:spcAft>
              <a:buClr>
                <a:schemeClr val="dk2"/>
              </a:buClr>
              <a:buSzPts val="4000"/>
              <a:buNone/>
              <a:defRPr sz="4000">
                <a:solidFill>
                  <a:schemeClr val="dk2"/>
                </a:solidFill>
              </a:defRPr>
            </a:lvl3pPr>
            <a:lvl4pPr lvl="3" algn="ctr">
              <a:lnSpc>
                <a:spcPct val="100000"/>
              </a:lnSpc>
              <a:spcBef>
                <a:spcPts val="0"/>
              </a:spcBef>
              <a:spcAft>
                <a:spcPts val="0"/>
              </a:spcAft>
              <a:buClr>
                <a:schemeClr val="dk2"/>
              </a:buClr>
              <a:buSzPts val="4000"/>
              <a:buNone/>
              <a:defRPr sz="4000">
                <a:solidFill>
                  <a:schemeClr val="dk2"/>
                </a:solidFill>
              </a:defRPr>
            </a:lvl4pPr>
            <a:lvl5pPr lvl="4" algn="ctr">
              <a:lnSpc>
                <a:spcPct val="100000"/>
              </a:lnSpc>
              <a:spcBef>
                <a:spcPts val="0"/>
              </a:spcBef>
              <a:spcAft>
                <a:spcPts val="0"/>
              </a:spcAft>
              <a:buClr>
                <a:schemeClr val="dk2"/>
              </a:buClr>
              <a:buSzPts val="4000"/>
              <a:buNone/>
              <a:defRPr sz="4000">
                <a:solidFill>
                  <a:schemeClr val="dk2"/>
                </a:solidFill>
              </a:defRPr>
            </a:lvl5pPr>
            <a:lvl6pPr lvl="5" algn="ctr">
              <a:lnSpc>
                <a:spcPct val="100000"/>
              </a:lnSpc>
              <a:spcBef>
                <a:spcPts val="0"/>
              </a:spcBef>
              <a:spcAft>
                <a:spcPts val="0"/>
              </a:spcAft>
              <a:buClr>
                <a:schemeClr val="dk2"/>
              </a:buClr>
              <a:buSzPts val="4000"/>
              <a:buNone/>
              <a:defRPr sz="4000">
                <a:solidFill>
                  <a:schemeClr val="dk2"/>
                </a:solidFill>
              </a:defRPr>
            </a:lvl6pPr>
            <a:lvl7pPr lvl="6" algn="ctr">
              <a:lnSpc>
                <a:spcPct val="100000"/>
              </a:lnSpc>
              <a:spcBef>
                <a:spcPts val="0"/>
              </a:spcBef>
              <a:spcAft>
                <a:spcPts val="0"/>
              </a:spcAft>
              <a:buClr>
                <a:schemeClr val="dk2"/>
              </a:buClr>
              <a:buSzPts val="4000"/>
              <a:buNone/>
              <a:defRPr sz="4000">
                <a:solidFill>
                  <a:schemeClr val="dk2"/>
                </a:solidFill>
              </a:defRPr>
            </a:lvl7pPr>
            <a:lvl8pPr lvl="7" algn="ctr">
              <a:lnSpc>
                <a:spcPct val="100000"/>
              </a:lnSpc>
              <a:spcBef>
                <a:spcPts val="0"/>
              </a:spcBef>
              <a:spcAft>
                <a:spcPts val="0"/>
              </a:spcAft>
              <a:buClr>
                <a:schemeClr val="dk2"/>
              </a:buClr>
              <a:buSzPts val="4000"/>
              <a:buNone/>
              <a:defRPr sz="4000">
                <a:solidFill>
                  <a:schemeClr val="dk2"/>
                </a:solidFill>
              </a:defRPr>
            </a:lvl8pPr>
            <a:lvl9pPr lvl="8" algn="ctr">
              <a:lnSpc>
                <a:spcPct val="100000"/>
              </a:lnSpc>
              <a:spcBef>
                <a:spcPts val="0"/>
              </a:spcBef>
              <a:spcAft>
                <a:spcPts val="0"/>
              </a:spcAft>
              <a:buClr>
                <a:schemeClr val="dk2"/>
              </a:buClr>
              <a:buSzPts val="4000"/>
              <a:buNone/>
              <a:defRPr sz="4000">
                <a:solidFill>
                  <a:schemeClr val="dk2"/>
                </a:solidFill>
              </a:defRPr>
            </a:lvl9pPr>
          </a:lstStyle>
          <a:p>
            <a:endParaRPr/>
          </a:p>
        </p:txBody>
      </p:sp>
      <p:sp>
        <p:nvSpPr>
          <p:cNvPr id="332" name="Google Shape;332;p37"/>
          <p:cNvSpPr txBox="1">
            <a:spLocks noGrp="1"/>
          </p:cNvSpPr>
          <p:nvPr>
            <p:ph type="title" idx="13"/>
          </p:nvPr>
        </p:nvSpPr>
        <p:spPr>
          <a:xfrm>
            <a:off x="5306650" y="1131425"/>
            <a:ext cx="2486100" cy="667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2"/>
              </a:buClr>
              <a:buSzPts val="4000"/>
              <a:buNone/>
              <a:defRPr sz="3800">
                <a:solidFill>
                  <a:schemeClr val="accent1"/>
                </a:solidFill>
              </a:defRPr>
            </a:lvl1pPr>
            <a:lvl2pPr lvl="1" algn="ctr">
              <a:lnSpc>
                <a:spcPct val="100000"/>
              </a:lnSpc>
              <a:spcBef>
                <a:spcPts val="0"/>
              </a:spcBef>
              <a:spcAft>
                <a:spcPts val="0"/>
              </a:spcAft>
              <a:buClr>
                <a:schemeClr val="dk2"/>
              </a:buClr>
              <a:buSzPts val="4000"/>
              <a:buNone/>
              <a:defRPr sz="4000">
                <a:solidFill>
                  <a:schemeClr val="dk2"/>
                </a:solidFill>
              </a:defRPr>
            </a:lvl2pPr>
            <a:lvl3pPr lvl="2" algn="ctr">
              <a:lnSpc>
                <a:spcPct val="100000"/>
              </a:lnSpc>
              <a:spcBef>
                <a:spcPts val="0"/>
              </a:spcBef>
              <a:spcAft>
                <a:spcPts val="0"/>
              </a:spcAft>
              <a:buClr>
                <a:schemeClr val="dk2"/>
              </a:buClr>
              <a:buSzPts val="4000"/>
              <a:buNone/>
              <a:defRPr sz="4000">
                <a:solidFill>
                  <a:schemeClr val="dk2"/>
                </a:solidFill>
              </a:defRPr>
            </a:lvl3pPr>
            <a:lvl4pPr lvl="3" algn="ctr">
              <a:lnSpc>
                <a:spcPct val="100000"/>
              </a:lnSpc>
              <a:spcBef>
                <a:spcPts val="0"/>
              </a:spcBef>
              <a:spcAft>
                <a:spcPts val="0"/>
              </a:spcAft>
              <a:buClr>
                <a:schemeClr val="dk2"/>
              </a:buClr>
              <a:buSzPts val="4000"/>
              <a:buNone/>
              <a:defRPr sz="4000">
                <a:solidFill>
                  <a:schemeClr val="dk2"/>
                </a:solidFill>
              </a:defRPr>
            </a:lvl4pPr>
            <a:lvl5pPr lvl="4" algn="ctr">
              <a:lnSpc>
                <a:spcPct val="100000"/>
              </a:lnSpc>
              <a:spcBef>
                <a:spcPts val="0"/>
              </a:spcBef>
              <a:spcAft>
                <a:spcPts val="0"/>
              </a:spcAft>
              <a:buClr>
                <a:schemeClr val="dk2"/>
              </a:buClr>
              <a:buSzPts val="4000"/>
              <a:buNone/>
              <a:defRPr sz="4000">
                <a:solidFill>
                  <a:schemeClr val="dk2"/>
                </a:solidFill>
              </a:defRPr>
            </a:lvl5pPr>
            <a:lvl6pPr lvl="5" algn="ctr">
              <a:lnSpc>
                <a:spcPct val="100000"/>
              </a:lnSpc>
              <a:spcBef>
                <a:spcPts val="0"/>
              </a:spcBef>
              <a:spcAft>
                <a:spcPts val="0"/>
              </a:spcAft>
              <a:buClr>
                <a:schemeClr val="dk2"/>
              </a:buClr>
              <a:buSzPts val="4000"/>
              <a:buNone/>
              <a:defRPr sz="4000">
                <a:solidFill>
                  <a:schemeClr val="dk2"/>
                </a:solidFill>
              </a:defRPr>
            </a:lvl6pPr>
            <a:lvl7pPr lvl="6" algn="ctr">
              <a:lnSpc>
                <a:spcPct val="100000"/>
              </a:lnSpc>
              <a:spcBef>
                <a:spcPts val="0"/>
              </a:spcBef>
              <a:spcAft>
                <a:spcPts val="0"/>
              </a:spcAft>
              <a:buClr>
                <a:schemeClr val="dk2"/>
              </a:buClr>
              <a:buSzPts val="4000"/>
              <a:buNone/>
              <a:defRPr sz="4000">
                <a:solidFill>
                  <a:schemeClr val="dk2"/>
                </a:solidFill>
              </a:defRPr>
            </a:lvl7pPr>
            <a:lvl8pPr lvl="7" algn="ctr">
              <a:lnSpc>
                <a:spcPct val="100000"/>
              </a:lnSpc>
              <a:spcBef>
                <a:spcPts val="0"/>
              </a:spcBef>
              <a:spcAft>
                <a:spcPts val="0"/>
              </a:spcAft>
              <a:buClr>
                <a:schemeClr val="dk2"/>
              </a:buClr>
              <a:buSzPts val="4000"/>
              <a:buNone/>
              <a:defRPr sz="4000">
                <a:solidFill>
                  <a:schemeClr val="dk2"/>
                </a:solidFill>
              </a:defRPr>
            </a:lvl8pPr>
            <a:lvl9pPr lvl="8" algn="ctr">
              <a:lnSpc>
                <a:spcPct val="100000"/>
              </a:lnSpc>
              <a:spcBef>
                <a:spcPts val="0"/>
              </a:spcBef>
              <a:spcAft>
                <a:spcPts val="0"/>
              </a:spcAft>
              <a:buClr>
                <a:schemeClr val="dk2"/>
              </a:buClr>
              <a:buSzPts val="4000"/>
              <a:buNone/>
              <a:defRPr sz="4000">
                <a:solidFill>
                  <a:schemeClr val="dk2"/>
                </a:solidFill>
              </a:defRPr>
            </a:lvl9pPr>
          </a:lstStyle>
          <a:p>
            <a:endParaRPr/>
          </a:p>
        </p:txBody>
      </p:sp>
      <p:sp>
        <p:nvSpPr>
          <p:cNvPr id="333" name="Google Shape;333;p37"/>
          <p:cNvSpPr txBox="1">
            <a:spLocks noGrp="1"/>
          </p:cNvSpPr>
          <p:nvPr>
            <p:ph type="title" idx="14"/>
          </p:nvPr>
        </p:nvSpPr>
        <p:spPr>
          <a:xfrm>
            <a:off x="1351300" y="2964563"/>
            <a:ext cx="2486100" cy="667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2"/>
              </a:buClr>
              <a:buSzPts val="4000"/>
              <a:buNone/>
              <a:defRPr sz="3800">
                <a:solidFill>
                  <a:schemeClr val="accent1"/>
                </a:solidFill>
              </a:defRPr>
            </a:lvl1pPr>
            <a:lvl2pPr lvl="1" algn="ctr">
              <a:lnSpc>
                <a:spcPct val="100000"/>
              </a:lnSpc>
              <a:spcBef>
                <a:spcPts val="0"/>
              </a:spcBef>
              <a:spcAft>
                <a:spcPts val="0"/>
              </a:spcAft>
              <a:buClr>
                <a:schemeClr val="dk2"/>
              </a:buClr>
              <a:buSzPts val="4000"/>
              <a:buNone/>
              <a:defRPr sz="4000">
                <a:solidFill>
                  <a:schemeClr val="dk2"/>
                </a:solidFill>
              </a:defRPr>
            </a:lvl2pPr>
            <a:lvl3pPr lvl="2" algn="ctr">
              <a:lnSpc>
                <a:spcPct val="100000"/>
              </a:lnSpc>
              <a:spcBef>
                <a:spcPts val="0"/>
              </a:spcBef>
              <a:spcAft>
                <a:spcPts val="0"/>
              </a:spcAft>
              <a:buClr>
                <a:schemeClr val="dk2"/>
              </a:buClr>
              <a:buSzPts val="4000"/>
              <a:buNone/>
              <a:defRPr sz="4000">
                <a:solidFill>
                  <a:schemeClr val="dk2"/>
                </a:solidFill>
              </a:defRPr>
            </a:lvl3pPr>
            <a:lvl4pPr lvl="3" algn="ctr">
              <a:lnSpc>
                <a:spcPct val="100000"/>
              </a:lnSpc>
              <a:spcBef>
                <a:spcPts val="0"/>
              </a:spcBef>
              <a:spcAft>
                <a:spcPts val="0"/>
              </a:spcAft>
              <a:buClr>
                <a:schemeClr val="dk2"/>
              </a:buClr>
              <a:buSzPts val="4000"/>
              <a:buNone/>
              <a:defRPr sz="4000">
                <a:solidFill>
                  <a:schemeClr val="dk2"/>
                </a:solidFill>
              </a:defRPr>
            </a:lvl4pPr>
            <a:lvl5pPr lvl="4" algn="ctr">
              <a:lnSpc>
                <a:spcPct val="100000"/>
              </a:lnSpc>
              <a:spcBef>
                <a:spcPts val="0"/>
              </a:spcBef>
              <a:spcAft>
                <a:spcPts val="0"/>
              </a:spcAft>
              <a:buClr>
                <a:schemeClr val="dk2"/>
              </a:buClr>
              <a:buSzPts val="4000"/>
              <a:buNone/>
              <a:defRPr sz="4000">
                <a:solidFill>
                  <a:schemeClr val="dk2"/>
                </a:solidFill>
              </a:defRPr>
            </a:lvl5pPr>
            <a:lvl6pPr lvl="5" algn="ctr">
              <a:lnSpc>
                <a:spcPct val="100000"/>
              </a:lnSpc>
              <a:spcBef>
                <a:spcPts val="0"/>
              </a:spcBef>
              <a:spcAft>
                <a:spcPts val="0"/>
              </a:spcAft>
              <a:buClr>
                <a:schemeClr val="dk2"/>
              </a:buClr>
              <a:buSzPts val="4000"/>
              <a:buNone/>
              <a:defRPr sz="4000">
                <a:solidFill>
                  <a:schemeClr val="dk2"/>
                </a:solidFill>
              </a:defRPr>
            </a:lvl6pPr>
            <a:lvl7pPr lvl="6" algn="ctr">
              <a:lnSpc>
                <a:spcPct val="100000"/>
              </a:lnSpc>
              <a:spcBef>
                <a:spcPts val="0"/>
              </a:spcBef>
              <a:spcAft>
                <a:spcPts val="0"/>
              </a:spcAft>
              <a:buClr>
                <a:schemeClr val="dk2"/>
              </a:buClr>
              <a:buSzPts val="4000"/>
              <a:buNone/>
              <a:defRPr sz="4000">
                <a:solidFill>
                  <a:schemeClr val="dk2"/>
                </a:solidFill>
              </a:defRPr>
            </a:lvl7pPr>
            <a:lvl8pPr lvl="7" algn="ctr">
              <a:lnSpc>
                <a:spcPct val="100000"/>
              </a:lnSpc>
              <a:spcBef>
                <a:spcPts val="0"/>
              </a:spcBef>
              <a:spcAft>
                <a:spcPts val="0"/>
              </a:spcAft>
              <a:buClr>
                <a:schemeClr val="dk2"/>
              </a:buClr>
              <a:buSzPts val="4000"/>
              <a:buNone/>
              <a:defRPr sz="4000">
                <a:solidFill>
                  <a:schemeClr val="dk2"/>
                </a:solidFill>
              </a:defRPr>
            </a:lvl8pPr>
            <a:lvl9pPr lvl="8" algn="ctr">
              <a:lnSpc>
                <a:spcPct val="100000"/>
              </a:lnSpc>
              <a:spcBef>
                <a:spcPts val="0"/>
              </a:spcBef>
              <a:spcAft>
                <a:spcPts val="0"/>
              </a:spcAft>
              <a:buClr>
                <a:schemeClr val="dk2"/>
              </a:buClr>
              <a:buSzPts val="4000"/>
              <a:buNone/>
              <a:defRPr sz="4000">
                <a:solidFill>
                  <a:schemeClr val="dk2"/>
                </a:solidFill>
              </a:defRPr>
            </a:lvl9pPr>
          </a:lstStyle>
          <a:p>
            <a:endParaRPr/>
          </a:p>
        </p:txBody>
      </p:sp>
      <p:sp>
        <p:nvSpPr>
          <p:cNvPr id="334" name="Google Shape;334;p37"/>
          <p:cNvSpPr txBox="1">
            <a:spLocks noGrp="1"/>
          </p:cNvSpPr>
          <p:nvPr>
            <p:ph type="title" idx="15"/>
          </p:nvPr>
        </p:nvSpPr>
        <p:spPr>
          <a:xfrm>
            <a:off x="5306650" y="2964563"/>
            <a:ext cx="2486100" cy="667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2"/>
              </a:buClr>
              <a:buSzPts val="4000"/>
              <a:buNone/>
              <a:defRPr sz="3800">
                <a:solidFill>
                  <a:schemeClr val="accent1"/>
                </a:solidFill>
              </a:defRPr>
            </a:lvl1pPr>
            <a:lvl2pPr lvl="1" algn="ctr">
              <a:lnSpc>
                <a:spcPct val="100000"/>
              </a:lnSpc>
              <a:spcBef>
                <a:spcPts val="0"/>
              </a:spcBef>
              <a:spcAft>
                <a:spcPts val="0"/>
              </a:spcAft>
              <a:buClr>
                <a:schemeClr val="dk2"/>
              </a:buClr>
              <a:buSzPts val="4000"/>
              <a:buNone/>
              <a:defRPr sz="4000">
                <a:solidFill>
                  <a:schemeClr val="dk2"/>
                </a:solidFill>
              </a:defRPr>
            </a:lvl2pPr>
            <a:lvl3pPr lvl="2" algn="ctr">
              <a:lnSpc>
                <a:spcPct val="100000"/>
              </a:lnSpc>
              <a:spcBef>
                <a:spcPts val="0"/>
              </a:spcBef>
              <a:spcAft>
                <a:spcPts val="0"/>
              </a:spcAft>
              <a:buClr>
                <a:schemeClr val="dk2"/>
              </a:buClr>
              <a:buSzPts val="4000"/>
              <a:buNone/>
              <a:defRPr sz="4000">
                <a:solidFill>
                  <a:schemeClr val="dk2"/>
                </a:solidFill>
              </a:defRPr>
            </a:lvl3pPr>
            <a:lvl4pPr lvl="3" algn="ctr">
              <a:lnSpc>
                <a:spcPct val="100000"/>
              </a:lnSpc>
              <a:spcBef>
                <a:spcPts val="0"/>
              </a:spcBef>
              <a:spcAft>
                <a:spcPts val="0"/>
              </a:spcAft>
              <a:buClr>
                <a:schemeClr val="dk2"/>
              </a:buClr>
              <a:buSzPts val="4000"/>
              <a:buNone/>
              <a:defRPr sz="4000">
                <a:solidFill>
                  <a:schemeClr val="dk2"/>
                </a:solidFill>
              </a:defRPr>
            </a:lvl4pPr>
            <a:lvl5pPr lvl="4" algn="ctr">
              <a:lnSpc>
                <a:spcPct val="100000"/>
              </a:lnSpc>
              <a:spcBef>
                <a:spcPts val="0"/>
              </a:spcBef>
              <a:spcAft>
                <a:spcPts val="0"/>
              </a:spcAft>
              <a:buClr>
                <a:schemeClr val="dk2"/>
              </a:buClr>
              <a:buSzPts val="4000"/>
              <a:buNone/>
              <a:defRPr sz="4000">
                <a:solidFill>
                  <a:schemeClr val="dk2"/>
                </a:solidFill>
              </a:defRPr>
            </a:lvl5pPr>
            <a:lvl6pPr lvl="5" algn="ctr">
              <a:lnSpc>
                <a:spcPct val="100000"/>
              </a:lnSpc>
              <a:spcBef>
                <a:spcPts val="0"/>
              </a:spcBef>
              <a:spcAft>
                <a:spcPts val="0"/>
              </a:spcAft>
              <a:buClr>
                <a:schemeClr val="dk2"/>
              </a:buClr>
              <a:buSzPts val="4000"/>
              <a:buNone/>
              <a:defRPr sz="4000">
                <a:solidFill>
                  <a:schemeClr val="dk2"/>
                </a:solidFill>
              </a:defRPr>
            </a:lvl6pPr>
            <a:lvl7pPr lvl="6" algn="ctr">
              <a:lnSpc>
                <a:spcPct val="100000"/>
              </a:lnSpc>
              <a:spcBef>
                <a:spcPts val="0"/>
              </a:spcBef>
              <a:spcAft>
                <a:spcPts val="0"/>
              </a:spcAft>
              <a:buClr>
                <a:schemeClr val="dk2"/>
              </a:buClr>
              <a:buSzPts val="4000"/>
              <a:buNone/>
              <a:defRPr sz="4000">
                <a:solidFill>
                  <a:schemeClr val="dk2"/>
                </a:solidFill>
              </a:defRPr>
            </a:lvl7pPr>
            <a:lvl8pPr lvl="7" algn="ctr">
              <a:lnSpc>
                <a:spcPct val="100000"/>
              </a:lnSpc>
              <a:spcBef>
                <a:spcPts val="0"/>
              </a:spcBef>
              <a:spcAft>
                <a:spcPts val="0"/>
              </a:spcAft>
              <a:buClr>
                <a:schemeClr val="dk2"/>
              </a:buClr>
              <a:buSzPts val="4000"/>
              <a:buNone/>
              <a:defRPr sz="4000">
                <a:solidFill>
                  <a:schemeClr val="dk2"/>
                </a:solidFill>
              </a:defRPr>
            </a:lvl8pPr>
            <a:lvl9pPr lvl="8" algn="ctr">
              <a:lnSpc>
                <a:spcPct val="100000"/>
              </a:lnSpc>
              <a:spcBef>
                <a:spcPts val="0"/>
              </a:spcBef>
              <a:spcAft>
                <a:spcPts val="0"/>
              </a:spcAft>
              <a:buClr>
                <a:schemeClr val="dk2"/>
              </a:buClr>
              <a:buSzPts val="4000"/>
              <a:buNone/>
              <a:defRPr sz="4000">
                <a:solidFill>
                  <a:schemeClr val="dk2"/>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Shape 335"/>
        <p:cNvGrpSpPr/>
        <p:nvPr/>
      </p:nvGrpSpPr>
      <p:grpSpPr>
        <a:xfrm>
          <a:off x="0" y="0"/>
          <a:ext cx="0" cy="0"/>
          <a:chOff x="0" y="0"/>
          <a:chExt cx="0" cy="0"/>
        </a:xfrm>
      </p:grpSpPr>
      <p:sp>
        <p:nvSpPr>
          <p:cNvPr id="336" name="Google Shape;336;p38"/>
          <p:cNvSpPr txBox="1">
            <a:spLocks noGrp="1"/>
          </p:cNvSpPr>
          <p:nvPr>
            <p:ph type="subTitle" idx="1"/>
          </p:nvPr>
        </p:nvSpPr>
        <p:spPr>
          <a:xfrm>
            <a:off x="3718325" y="3294199"/>
            <a:ext cx="16428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37" name="Google Shape;337;p38"/>
          <p:cNvSpPr txBox="1">
            <a:spLocks noGrp="1"/>
          </p:cNvSpPr>
          <p:nvPr>
            <p:ph type="subTitle" idx="2"/>
          </p:nvPr>
        </p:nvSpPr>
        <p:spPr>
          <a:xfrm>
            <a:off x="3617675" y="3703897"/>
            <a:ext cx="1844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400">
                <a:solidFill>
                  <a:schemeClr val="dk1"/>
                </a:solidFill>
              </a:defRPr>
            </a:lvl1pPr>
            <a:lvl2pPr lvl="1" algn="ctr">
              <a:lnSpc>
                <a:spcPct val="115000"/>
              </a:lnSpc>
              <a:spcBef>
                <a:spcPts val="0"/>
              </a:spcBef>
              <a:spcAft>
                <a:spcPts val="0"/>
              </a:spcAft>
              <a:buClr>
                <a:schemeClr val="accent4"/>
              </a:buClr>
              <a:buSzPts val="1400"/>
              <a:buNone/>
              <a:defRPr>
                <a:solidFill>
                  <a:schemeClr val="accent4"/>
                </a:solidFill>
              </a:defRPr>
            </a:lvl2pPr>
            <a:lvl3pPr lvl="2" algn="ctr">
              <a:lnSpc>
                <a:spcPct val="115000"/>
              </a:lnSpc>
              <a:spcBef>
                <a:spcPts val="0"/>
              </a:spcBef>
              <a:spcAft>
                <a:spcPts val="0"/>
              </a:spcAft>
              <a:buClr>
                <a:schemeClr val="accent4"/>
              </a:buClr>
              <a:buSzPts val="1400"/>
              <a:buNone/>
              <a:defRPr>
                <a:solidFill>
                  <a:schemeClr val="accent4"/>
                </a:solidFill>
              </a:defRPr>
            </a:lvl3pPr>
            <a:lvl4pPr lvl="3" algn="ctr">
              <a:lnSpc>
                <a:spcPct val="115000"/>
              </a:lnSpc>
              <a:spcBef>
                <a:spcPts val="0"/>
              </a:spcBef>
              <a:spcAft>
                <a:spcPts val="0"/>
              </a:spcAft>
              <a:buClr>
                <a:schemeClr val="accent4"/>
              </a:buClr>
              <a:buSzPts val="1400"/>
              <a:buNone/>
              <a:defRPr>
                <a:solidFill>
                  <a:schemeClr val="accent4"/>
                </a:solidFill>
              </a:defRPr>
            </a:lvl4pPr>
            <a:lvl5pPr lvl="4" algn="ctr">
              <a:lnSpc>
                <a:spcPct val="115000"/>
              </a:lnSpc>
              <a:spcBef>
                <a:spcPts val="0"/>
              </a:spcBef>
              <a:spcAft>
                <a:spcPts val="0"/>
              </a:spcAft>
              <a:buClr>
                <a:schemeClr val="accent4"/>
              </a:buClr>
              <a:buSzPts val="1400"/>
              <a:buNone/>
              <a:defRPr>
                <a:solidFill>
                  <a:schemeClr val="accent4"/>
                </a:solidFill>
              </a:defRPr>
            </a:lvl5pPr>
            <a:lvl6pPr lvl="5" algn="ctr">
              <a:lnSpc>
                <a:spcPct val="115000"/>
              </a:lnSpc>
              <a:spcBef>
                <a:spcPts val="0"/>
              </a:spcBef>
              <a:spcAft>
                <a:spcPts val="0"/>
              </a:spcAft>
              <a:buClr>
                <a:schemeClr val="accent4"/>
              </a:buClr>
              <a:buSzPts val="1400"/>
              <a:buNone/>
              <a:defRPr>
                <a:solidFill>
                  <a:schemeClr val="accent4"/>
                </a:solidFill>
              </a:defRPr>
            </a:lvl6pPr>
            <a:lvl7pPr lvl="6" algn="ctr">
              <a:lnSpc>
                <a:spcPct val="115000"/>
              </a:lnSpc>
              <a:spcBef>
                <a:spcPts val="0"/>
              </a:spcBef>
              <a:spcAft>
                <a:spcPts val="0"/>
              </a:spcAft>
              <a:buClr>
                <a:schemeClr val="accent4"/>
              </a:buClr>
              <a:buSzPts val="1400"/>
              <a:buNone/>
              <a:defRPr>
                <a:solidFill>
                  <a:schemeClr val="accent4"/>
                </a:solidFill>
              </a:defRPr>
            </a:lvl7pPr>
            <a:lvl8pPr lvl="7" algn="ctr">
              <a:lnSpc>
                <a:spcPct val="115000"/>
              </a:lnSpc>
              <a:spcBef>
                <a:spcPts val="0"/>
              </a:spcBef>
              <a:spcAft>
                <a:spcPts val="0"/>
              </a:spcAft>
              <a:buClr>
                <a:schemeClr val="accent4"/>
              </a:buClr>
              <a:buSzPts val="1400"/>
              <a:buNone/>
              <a:defRPr>
                <a:solidFill>
                  <a:schemeClr val="accent4"/>
                </a:solidFill>
              </a:defRPr>
            </a:lvl8pPr>
            <a:lvl9pPr lvl="8" algn="ctr">
              <a:lnSpc>
                <a:spcPct val="115000"/>
              </a:lnSpc>
              <a:spcBef>
                <a:spcPts val="0"/>
              </a:spcBef>
              <a:spcAft>
                <a:spcPts val="0"/>
              </a:spcAft>
              <a:buClr>
                <a:schemeClr val="accent4"/>
              </a:buClr>
              <a:buSzPts val="1400"/>
              <a:buNone/>
              <a:defRPr>
                <a:solidFill>
                  <a:schemeClr val="accent4"/>
                </a:solidFill>
              </a:defRPr>
            </a:lvl9pPr>
          </a:lstStyle>
          <a:p>
            <a:endParaRPr/>
          </a:p>
        </p:txBody>
      </p:sp>
      <p:sp>
        <p:nvSpPr>
          <p:cNvPr id="338" name="Google Shape;338;p38"/>
          <p:cNvSpPr txBox="1">
            <a:spLocks noGrp="1"/>
          </p:cNvSpPr>
          <p:nvPr>
            <p:ph type="subTitle" idx="3"/>
          </p:nvPr>
        </p:nvSpPr>
        <p:spPr>
          <a:xfrm>
            <a:off x="1328025" y="3294199"/>
            <a:ext cx="16428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39" name="Google Shape;339;p38"/>
          <p:cNvSpPr txBox="1">
            <a:spLocks noGrp="1"/>
          </p:cNvSpPr>
          <p:nvPr>
            <p:ph type="subTitle" idx="4"/>
          </p:nvPr>
        </p:nvSpPr>
        <p:spPr>
          <a:xfrm>
            <a:off x="1227426" y="3703897"/>
            <a:ext cx="1844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400">
                <a:solidFill>
                  <a:schemeClr val="dk1"/>
                </a:solidFill>
              </a:defRPr>
            </a:lvl1pPr>
            <a:lvl2pPr lvl="1" algn="ctr">
              <a:lnSpc>
                <a:spcPct val="115000"/>
              </a:lnSpc>
              <a:spcBef>
                <a:spcPts val="0"/>
              </a:spcBef>
              <a:spcAft>
                <a:spcPts val="0"/>
              </a:spcAft>
              <a:buClr>
                <a:schemeClr val="accent4"/>
              </a:buClr>
              <a:buSzPts val="1400"/>
              <a:buNone/>
              <a:defRPr>
                <a:solidFill>
                  <a:schemeClr val="accent4"/>
                </a:solidFill>
              </a:defRPr>
            </a:lvl2pPr>
            <a:lvl3pPr lvl="2" algn="ctr">
              <a:lnSpc>
                <a:spcPct val="115000"/>
              </a:lnSpc>
              <a:spcBef>
                <a:spcPts val="0"/>
              </a:spcBef>
              <a:spcAft>
                <a:spcPts val="0"/>
              </a:spcAft>
              <a:buClr>
                <a:schemeClr val="accent4"/>
              </a:buClr>
              <a:buSzPts val="1400"/>
              <a:buNone/>
              <a:defRPr>
                <a:solidFill>
                  <a:schemeClr val="accent4"/>
                </a:solidFill>
              </a:defRPr>
            </a:lvl3pPr>
            <a:lvl4pPr lvl="3" algn="ctr">
              <a:lnSpc>
                <a:spcPct val="115000"/>
              </a:lnSpc>
              <a:spcBef>
                <a:spcPts val="0"/>
              </a:spcBef>
              <a:spcAft>
                <a:spcPts val="0"/>
              </a:spcAft>
              <a:buClr>
                <a:schemeClr val="accent4"/>
              </a:buClr>
              <a:buSzPts val="1400"/>
              <a:buNone/>
              <a:defRPr>
                <a:solidFill>
                  <a:schemeClr val="accent4"/>
                </a:solidFill>
              </a:defRPr>
            </a:lvl4pPr>
            <a:lvl5pPr lvl="4" algn="ctr">
              <a:lnSpc>
                <a:spcPct val="115000"/>
              </a:lnSpc>
              <a:spcBef>
                <a:spcPts val="0"/>
              </a:spcBef>
              <a:spcAft>
                <a:spcPts val="0"/>
              </a:spcAft>
              <a:buClr>
                <a:schemeClr val="accent4"/>
              </a:buClr>
              <a:buSzPts val="1400"/>
              <a:buNone/>
              <a:defRPr>
                <a:solidFill>
                  <a:schemeClr val="accent4"/>
                </a:solidFill>
              </a:defRPr>
            </a:lvl5pPr>
            <a:lvl6pPr lvl="5" algn="ctr">
              <a:lnSpc>
                <a:spcPct val="115000"/>
              </a:lnSpc>
              <a:spcBef>
                <a:spcPts val="0"/>
              </a:spcBef>
              <a:spcAft>
                <a:spcPts val="0"/>
              </a:spcAft>
              <a:buClr>
                <a:schemeClr val="accent4"/>
              </a:buClr>
              <a:buSzPts val="1400"/>
              <a:buNone/>
              <a:defRPr>
                <a:solidFill>
                  <a:schemeClr val="accent4"/>
                </a:solidFill>
              </a:defRPr>
            </a:lvl6pPr>
            <a:lvl7pPr lvl="6" algn="ctr">
              <a:lnSpc>
                <a:spcPct val="115000"/>
              </a:lnSpc>
              <a:spcBef>
                <a:spcPts val="0"/>
              </a:spcBef>
              <a:spcAft>
                <a:spcPts val="0"/>
              </a:spcAft>
              <a:buClr>
                <a:schemeClr val="accent4"/>
              </a:buClr>
              <a:buSzPts val="1400"/>
              <a:buNone/>
              <a:defRPr>
                <a:solidFill>
                  <a:schemeClr val="accent4"/>
                </a:solidFill>
              </a:defRPr>
            </a:lvl7pPr>
            <a:lvl8pPr lvl="7" algn="ctr">
              <a:lnSpc>
                <a:spcPct val="115000"/>
              </a:lnSpc>
              <a:spcBef>
                <a:spcPts val="0"/>
              </a:spcBef>
              <a:spcAft>
                <a:spcPts val="0"/>
              </a:spcAft>
              <a:buClr>
                <a:schemeClr val="accent4"/>
              </a:buClr>
              <a:buSzPts val="1400"/>
              <a:buNone/>
              <a:defRPr>
                <a:solidFill>
                  <a:schemeClr val="accent4"/>
                </a:solidFill>
              </a:defRPr>
            </a:lvl8pPr>
            <a:lvl9pPr lvl="8" algn="ctr">
              <a:lnSpc>
                <a:spcPct val="115000"/>
              </a:lnSpc>
              <a:spcBef>
                <a:spcPts val="0"/>
              </a:spcBef>
              <a:spcAft>
                <a:spcPts val="0"/>
              </a:spcAft>
              <a:buClr>
                <a:schemeClr val="accent4"/>
              </a:buClr>
              <a:buSzPts val="1400"/>
              <a:buNone/>
              <a:defRPr>
                <a:solidFill>
                  <a:schemeClr val="accent4"/>
                </a:solidFill>
              </a:defRPr>
            </a:lvl9pPr>
          </a:lstStyle>
          <a:p>
            <a:endParaRPr/>
          </a:p>
        </p:txBody>
      </p:sp>
      <p:sp>
        <p:nvSpPr>
          <p:cNvPr id="340" name="Google Shape;340;p38"/>
          <p:cNvSpPr txBox="1">
            <a:spLocks noGrp="1"/>
          </p:cNvSpPr>
          <p:nvPr>
            <p:ph type="subTitle" idx="5"/>
          </p:nvPr>
        </p:nvSpPr>
        <p:spPr>
          <a:xfrm>
            <a:off x="6108550" y="3294199"/>
            <a:ext cx="1643100" cy="43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1" name="Google Shape;341;p38"/>
          <p:cNvSpPr txBox="1">
            <a:spLocks noGrp="1"/>
          </p:cNvSpPr>
          <p:nvPr>
            <p:ph type="subTitle" idx="6"/>
          </p:nvPr>
        </p:nvSpPr>
        <p:spPr>
          <a:xfrm>
            <a:off x="6008050" y="3703897"/>
            <a:ext cx="1844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400">
                <a:solidFill>
                  <a:schemeClr val="dk1"/>
                </a:solidFill>
              </a:defRPr>
            </a:lvl1pPr>
            <a:lvl2pPr lvl="1" algn="ctr">
              <a:lnSpc>
                <a:spcPct val="115000"/>
              </a:lnSpc>
              <a:spcBef>
                <a:spcPts val="0"/>
              </a:spcBef>
              <a:spcAft>
                <a:spcPts val="0"/>
              </a:spcAft>
              <a:buClr>
                <a:schemeClr val="accent4"/>
              </a:buClr>
              <a:buSzPts val="1400"/>
              <a:buNone/>
              <a:defRPr>
                <a:solidFill>
                  <a:schemeClr val="accent4"/>
                </a:solidFill>
              </a:defRPr>
            </a:lvl2pPr>
            <a:lvl3pPr lvl="2" algn="ctr">
              <a:lnSpc>
                <a:spcPct val="115000"/>
              </a:lnSpc>
              <a:spcBef>
                <a:spcPts val="0"/>
              </a:spcBef>
              <a:spcAft>
                <a:spcPts val="0"/>
              </a:spcAft>
              <a:buClr>
                <a:schemeClr val="accent4"/>
              </a:buClr>
              <a:buSzPts val="1400"/>
              <a:buNone/>
              <a:defRPr>
                <a:solidFill>
                  <a:schemeClr val="accent4"/>
                </a:solidFill>
              </a:defRPr>
            </a:lvl3pPr>
            <a:lvl4pPr lvl="3" algn="ctr">
              <a:lnSpc>
                <a:spcPct val="115000"/>
              </a:lnSpc>
              <a:spcBef>
                <a:spcPts val="0"/>
              </a:spcBef>
              <a:spcAft>
                <a:spcPts val="0"/>
              </a:spcAft>
              <a:buClr>
                <a:schemeClr val="accent4"/>
              </a:buClr>
              <a:buSzPts val="1400"/>
              <a:buNone/>
              <a:defRPr>
                <a:solidFill>
                  <a:schemeClr val="accent4"/>
                </a:solidFill>
              </a:defRPr>
            </a:lvl4pPr>
            <a:lvl5pPr lvl="4" algn="ctr">
              <a:lnSpc>
                <a:spcPct val="115000"/>
              </a:lnSpc>
              <a:spcBef>
                <a:spcPts val="0"/>
              </a:spcBef>
              <a:spcAft>
                <a:spcPts val="0"/>
              </a:spcAft>
              <a:buClr>
                <a:schemeClr val="accent4"/>
              </a:buClr>
              <a:buSzPts val="1400"/>
              <a:buNone/>
              <a:defRPr>
                <a:solidFill>
                  <a:schemeClr val="accent4"/>
                </a:solidFill>
              </a:defRPr>
            </a:lvl5pPr>
            <a:lvl6pPr lvl="5" algn="ctr">
              <a:lnSpc>
                <a:spcPct val="115000"/>
              </a:lnSpc>
              <a:spcBef>
                <a:spcPts val="0"/>
              </a:spcBef>
              <a:spcAft>
                <a:spcPts val="0"/>
              </a:spcAft>
              <a:buClr>
                <a:schemeClr val="accent4"/>
              </a:buClr>
              <a:buSzPts val="1400"/>
              <a:buNone/>
              <a:defRPr>
                <a:solidFill>
                  <a:schemeClr val="accent4"/>
                </a:solidFill>
              </a:defRPr>
            </a:lvl6pPr>
            <a:lvl7pPr lvl="6" algn="ctr">
              <a:lnSpc>
                <a:spcPct val="115000"/>
              </a:lnSpc>
              <a:spcBef>
                <a:spcPts val="0"/>
              </a:spcBef>
              <a:spcAft>
                <a:spcPts val="0"/>
              </a:spcAft>
              <a:buClr>
                <a:schemeClr val="accent4"/>
              </a:buClr>
              <a:buSzPts val="1400"/>
              <a:buNone/>
              <a:defRPr>
                <a:solidFill>
                  <a:schemeClr val="accent4"/>
                </a:solidFill>
              </a:defRPr>
            </a:lvl7pPr>
            <a:lvl8pPr lvl="7" algn="ctr">
              <a:lnSpc>
                <a:spcPct val="115000"/>
              </a:lnSpc>
              <a:spcBef>
                <a:spcPts val="0"/>
              </a:spcBef>
              <a:spcAft>
                <a:spcPts val="0"/>
              </a:spcAft>
              <a:buClr>
                <a:schemeClr val="accent4"/>
              </a:buClr>
              <a:buSzPts val="1400"/>
              <a:buNone/>
              <a:defRPr>
                <a:solidFill>
                  <a:schemeClr val="accent4"/>
                </a:solidFill>
              </a:defRPr>
            </a:lvl8pPr>
            <a:lvl9pPr lvl="8" algn="ctr">
              <a:lnSpc>
                <a:spcPct val="115000"/>
              </a:lnSpc>
              <a:spcBef>
                <a:spcPts val="0"/>
              </a:spcBef>
              <a:spcAft>
                <a:spcPts val="0"/>
              </a:spcAft>
              <a:buClr>
                <a:schemeClr val="accent4"/>
              </a:buClr>
              <a:buSzPts val="1400"/>
              <a:buNone/>
              <a:defRPr>
                <a:solidFill>
                  <a:schemeClr val="accent4"/>
                </a:solidFill>
              </a:defRPr>
            </a:lvl9pPr>
          </a:lstStyle>
          <a:p>
            <a:endParaRPr/>
          </a:p>
        </p:txBody>
      </p:sp>
      <p:sp>
        <p:nvSpPr>
          <p:cNvPr id="342" name="Google Shape;342;p38"/>
          <p:cNvSpPr txBox="1">
            <a:spLocks noGrp="1"/>
          </p:cNvSpPr>
          <p:nvPr>
            <p:ph type="title"/>
          </p:nvPr>
        </p:nvSpPr>
        <p:spPr>
          <a:xfrm>
            <a:off x="713225" y="445025"/>
            <a:ext cx="31887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l">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l">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l">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l">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l">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l">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l">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43" name="Google Shape;343;p38"/>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44" name="Google Shape;344;p38"/>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Shape 345"/>
        <p:cNvGrpSpPr/>
        <p:nvPr/>
      </p:nvGrpSpPr>
      <p:grpSpPr>
        <a:xfrm>
          <a:off x="0" y="0"/>
          <a:ext cx="0" cy="0"/>
          <a:chOff x="0" y="0"/>
          <a:chExt cx="0" cy="0"/>
        </a:xfrm>
      </p:grpSpPr>
      <p:sp>
        <p:nvSpPr>
          <p:cNvPr id="346" name="Google Shape;346;p39"/>
          <p:cNvSpPr txBox="1">
            <a:spLocks noGrp="1"/>
          </p:cNvSpPr>
          <p:nvPr>
            <p:ph type="subTitle" idx="1"/>
          </p:nvPr>
        </p:nvSpPr>
        <p:spPr>
          <a:xfrm>
            <a:off x="4750175" y="1632746"/>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7" name="Google Shape;347;p39"/>
          <p:cNvSpPr txBox="1">
            <a:spLocks noGrp="1"/>
          </p:cNvSpPr>
          <p:nvPr>
            <p:ph type="subTitle" idx="2"/>
          </p:nvPr>
        </p:nvSpPr>
        <p:spPr>
          <a:xfrm>
            <a:off x="4750184" y="2035022"/>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48" name="Google Shape;348;p39"/>
          <p:cNvSpPr txBox="1">
            <a:spLocks noGrp="1"/>
          </p:cNvSpPr>
          <p:nvPr>
            <p:ph type="subTitle" idx="3"/>
          </p:nvPr>
        </p:nvSpPr>
        <p:spPr>
          <a:xfrm>
            <a:off x="2306450" y="1632746"/>
            <a:ext cx="2014800" cy="499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9" name="Google Shape;349;p39"/>
          <p:cNvSpPr txBox="1">
            <a:spLocks noGrp="1"/>
          </p:cNvSpPr>
          <p:nvPr>
            <p:ph type="subTitle" idx="4"/>
          </p:nvPr>
        </p:nvSpPr>
        <p:spPr>
          <a:xfrm>
            <a:off x="2306462" y="2035022"/>
            <a:ext cx="20148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50" name="Google Shape;350;p39"/>
          <p:cNvSpPr txBox="1">
            <a:spLocks noGrp="1"/>
          </p:cNvSpPr>
          <p:nvPr>
            <p:ph type="subTitle" idx="5"/>
          </p:nvPr>
        </p:nvSpPr>
        <p:spPr>
          <a:xfrm>
            <a:off x="4750175" y="3062273"/>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1" name="Google Shape;351;p39"/>
          <p:cNvSpPr txBox="1">
            <a:spLocks noGrp="1"/>
          </p:cNvSpPr>
          <p:nvPr>
            <p:ph type="subTitle" idx="6"/>
          </p:nvPr>
        </p:nvSpPr>
        <p:spPr>
          <a:xfrm>
            <a:off x="4750184" y="3471047"/>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52" name="Google Shape;352;p39"/>
          <p:cNvSpPr txBox="1">
            <a:spLocks noGrp="1"/>
          </p:cNvSpPr>
          <p:nvPr>
            <p:ph type="subTitle" idx="7"/>
          </p:nvPr>
        </p:nvSpPr>
        <p:spPr>
          <a:xfrm>
            <a:off x="2306450" y="3062273"/>
            <a:ext cx="2014800" cy="499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3" name="Google Shape;353;p39"/>
          <p:cNvSpPr txBox="1">
            <a:spLocks noGrp="1"/>
          </p:cNvSpPr>
          <p:nvPr>
            <p:ph type="subTitle" idx="8"/>
          </p:nvPr>
        </p:nvSpPr>
        <p:spPr>
          <a:xfrm>
            <a:off x="2306462" y="3471047"/>
            <a:ext cx="20148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54" name="Google Shape;354;p39"/>
          <p:cNvSpPr txBox="1">
            <a:spLocks noGrp="1"/>
          </p:cNvSpPr>
          <p:nvPr>
            <p:ph type="title"/>
          </p:nvPr>
        </p:nvSpPr>
        <p:spPr>
          <a:xfrm>
            <a:off x="713225" y="445025"/>
            <a:ext cx="27858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l">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l">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l">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l">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l">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l">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l">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55" name="Google Shape;355;p39"/>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56" name="Google Shape;356;p39"/>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Shape 357"/>
        <p:cNvGrpSpPr/>
        <p:nvPr/>
      </p:nvGrpSpPr>
      <p:grpSpPr>
        <a:xfrm>
          <a:off x="0" y="0"/>
          <a:ext cx="0" cy="0"/>
          <a:chOff x="0" y="0"/>
          <a:chExt cx="0" cy="0"/>
        </a:xfrm>
      </p:grpSpPr>
      <p:cxnSp>
        <p:nvCxnSpPr>
          <p:cNvPr id="358" name="Google Shape;358;p40"/>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59" name="Google Shape;359;p40"/>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60" name="Google Shape;360;p4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361" name="Google Shape;361;p4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362" name="Google Shape;362;p4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363" name="Google Shape;363;p40"/>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
        <p:nvSpPr>
          <p:cNvPr id="364" name="Google Shape;364;p40"/>
          <p:cNvSpPr txBox="1">
            <a:spLocks noGrp="1"/>
          </p:cNvSpPr>
          <p:nvPr>
            <p:ph type="subTitle" idx="1"/>
          </p:nvPr>
        </p:nvSpPr>
        <p:spPr>
          <a:xfrm>
            <a:off x="728750" y="1112872"/>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65" name="Google Shape;365;p40"/>
          <p:cNvSpPr txBox="1">
            <a:spLocks noGrp="1"/>
          </p:cNvSpPr>
          <p:nvPr>
            <p:ph type="subTitle" idx="2"/>
          </p:nvPr>
        </p:nvSpPr>
        <p:spPr>
          <a:xfrm>
            <a:off x="728762" y="1515149"/>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66" name="Google Shape;366;p40"/>
          <p:cNvSpPr txBox="1">
            <a:spLocks noGrp="1"/>
          </p:cNvSpPr>
          <p:nvPr>
            <p:ph type="subTitle" idx="3"/>
          </p:nvPr>
        </p:nvSpPr>
        <p:spPr>
          <a:xfrm>
            <a:off x="728750" y="2036386"/>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67" name="Google Shape;367;p40"/>
          <p:cNvSpPr txBox="1">
            <a:spLocks noGrp="1"/>
          </p:cNvSpPr>
          <p:nvPr>
            <p:ph type="subTitle" idx="4"/>
          </p:nvPr>
        </p:nvSpPr>
        <p:spPr>
          <a:xfrm>
            <a:off x="728762" y="2445160"/>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68" name="Google Shape;368;p40"/>
          <p:cNvSpPr txBox="1">
            <a:spLocks noGrp="1"/>
          </p:cNvSpPr>
          <p:nvPr>
            <p:ph type="title"/>
          </p:nvPr>
        </p:nvSpPr>
        <p:spPr>
          <a:xfrm>
            <a:off x="1531650" y="445025"/>
            <a:ext cx="6080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ctr">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ctr">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ctr">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ctr">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ctr">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ctr">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ctr">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369" name="Google Shape;369;p40"/>
          <p:cNvSpPr txBox="1">
            <a:spLocks noGrp="1"/>
          </p:cNvSpPr>
          <p:nvPr>
            <p:ph type="subTitle" idx="5"/>
          </p:nvPr>
        </p:nvSpPr>
        <p:spPr>
          <a:xfrm>
            <a:off x="728750" y="2997225"/>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70" name="Google Shape;370;p40"/>
          <p:cNvSpPr txBox="1">
            <a:spLocks noGrp="1"/>
          </p:cNvSpPr>
          <p:nvPr>
            <p:ph type="subTitle" idx="6"/>
          </p:nvPr>
        </p:nvSpPr>
        <p:spPr>
          <a:xfrm>
            <a:off x="728762" y="3405999"/>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Shape 371"/>
        <p:cNvGrpSpPr/>
        <p:nvPr/>
      </p:nvGrpSpPr>
      <p:grpSpPr>
        <a:xfrm>
          <a:off x="0" y="0"/>
          <a:ext cx="0" cy="0"/>
          <a:chOff x="0" y="0"/>
          <a:chExt cx="0" cy="0"/>
        </a:xfrm>
      </p:grpSpPr>
      <p:sp>
        <p:nvSpPr>
          <p:cNvPr id="372" name="Google Shape;372;p41"/>
          <p:cNvSpPr txBox="1">
            <a:spLocks noGrp="1"/>
          </p:cNvSpPr>
          <p:nvPr>
            <p:ph type="title"/>
          </p:nvPr>
        </p:nvSpPr>
        <p:spPr>
          <a:xfrm>
            <a:off x="2592925" y="714600"/>
            <a:ext cx="3958200" cy="615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1"/>
              </a:buClr>
              <a:buSzPts val="5000"/>
              <a:buNone/>
              <a:defRPr sz="4500">
                <a:solidFill>
                  <a:schemeClr val="accent1"/>
                </a:solidFill>
              </a:defRPr>
            </a:lvl1pPr>
            <a:lvl2pPr lvl="1"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endParaRPr/>
          </a:p>
        </p:txBody>
      </p:sp>
      <p:sp>
        <p:nvSpPr>
          <p:cNvPr id="373" name="Google Shape;373;p41"/>
          <p:cNvSpPr txBox="1">
            <a:spLocks noGrp="1"/>
          </p:cNvSpPr>
          <p:nvPr>
            <p:ph type="subTitle" idx="1"/>
          </p:nvPr>
        </p:nvSpPr>
        <p:spPr>
          <a:xfrm>
            <a:off x="2364984" y="1346400"/>
            <a:ext cx="4414200" cy="377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5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74" name="Google Shape;374;p41"/>
          <p:cNvSpPr txBox="1">
            <a:spLocks noGrp="1"/>
          </p:cNvSpPr>
          <p:nvPr>
            <p:ph type="title" idx="2"/>
          </p:nvPr>
        </p:nvSpPr>
        <p:spPr>
          <a:xfrm>
            <a:off x="2592925" y="2063025"/>
            <a:ext cx="3958200" cy="615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1"/>
              </a:buClr>
              <a:buSzPts val="5000"/>
              <a:buNone/>
              <a:defRPr sz="4300">
                <a:solidFill>
                  <a:schemeClr val="accent1"/>
                </a:solidFill>
              </a:defRPr>
            </a:lvl1pPr>
            <a:lvl2pPr lvl="1"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endParaRPr/>
          </a:p>
        </p:txBody>
      </p:sp>
      <p:sp>
        <p:nvSpPr>
          <p:cNvPr id="375" name="Google Shape;375;p41"/>
          <p:cNvSpPr txBox="1">
            <a:spLocks noGrp="1"/>
          </p:cNvSpPr>
          <p:nvPr>
            <p:ph type="subTitle" idx="3"/>
          </p:nvPr>
        </p:nvSpPr>
        <p:spPr>
          <a:xfrm>
            <a:off x="2364984" y="2694825"/>
            <a:ext cx="4414200" cy="37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5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76" name="Google Shape;376;p41"/>
          <p:cNvSpPr txBox="1">
            <a:spLocks noGrp="1"/>
          </p:cNvSpPr>
          <p:nvPr>
            <p:ph type="title" idx="4"/>
          </p:nvPr>
        </p:nvSpPr>
        <p:spPr>
          <a:xfrm>
            <a:off x="2592925" y="3411450"/>
            <a:ext cx="3958200" cy="615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1"/>
              </a:buClr>
              <a:buSzPts val="5000"/>
              <a:buNone/>
              <a:defRPr sz="4300">
                <a:solidFill>
                  <a:schemeClr val="accent1"/>
                </a:solidFill>
              </a:defRPr>
            </a:lvl1pPr>
            <a:lvl2pPr lvl="1"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endParaRPr/>
          </a:p>
        </p:txBody>
      </p:sp>
      <p:sp>
        <p:nvSpPr>
          <p:cNvPr id="377" name="Google Shape;377;p41"/>
          <p:cNvSpPr txBox="1">
            <a:spLocks noGrp="1"/>
          </p:cNvSpPr>
          <p:nvPr>
            <p:ph type="subTitle" idx="5"/>
          </p:nvPr>
        </p:nvSpPr>
        <p:spPr>
          <a:xfrm>
            <a:off x="2364950" y="4043250"/>
            <a:ext cx="4414200" cy="377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5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378" name="Google Shape;378;p41"/>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79" name="Google Shape;379;p41"/>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Shape 380"/>
        <p:cNvGrpSpPr/>
        <p:nvPr/>
      </p:nvGrpSpPr>
      <p:grpSpPr>
        <a:xfrm>
          <a:off x="0" y="0"/>
          <a:ext cx="0" cy="0"/>
          <a:chOff x="0" y="0"/>
          <a:chExt cx="0" cy="0"/>
        </a:xfrm>
      </p:grpSpPr>
      <p:sp>
        <p:nvSpPr>
          <p:cNvPr id="381" name="Google Shape;381;p42"/>
          <p:cNvSpPr txBox="1">
            <a:spLocks noGrp="1"/>
          </p:cNvSpPr>
          <p:nvPr>
            <p:ph type="subTitle" idx="1"/>
          </p:nvPr>
        </p:nvSpPr>
        <p:spPr>
          <a:xfrm>
            <a:off x="5700609" y="2084269"/>
            <a:ext cx="2764500" cy="499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2" name="Google Shape;382;p42"/>
          <p:cNvSpPr txBox="1">
            <a:spLocks noGrp="1"/>
          </p:cNvSpPr>
          <p:nvPr>
            <p:ph type="subTitle" idx="2"/>
          </p:nvPr>
        </p:nvSpPr>
        <p:spPr>
          <a:xfrm>
            <a:off x="5700621" y="2486544"/>
            <a:ext cx="2764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83" name="Google Shape;383;p42"/>
          <p:cNvSpPr txBox="1">
            <a:spLocks noGrp="1"/>
          </p:cNvSpPr>
          <p:nvPr>
            <p:ph type="subTitle" idx="3"/>
          </p:nvPr>
        </p:nvSpPr>
        <p:spPr>
          <a:xfrm>
            <a:off x="1973988" y="902134"/>
            <a:ext cx="2764500" cy="499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4" name="Google Shape;384;p42"/>
          <p:cNvSpPr txBox="1">
            <a:spLocks noGrp="1"/>
          </p:cNvSpPr>
          <p:nvPr>
            <p:ph type="subTitle" idx="4"/>
          </p:nvPr>
        </p:nvSpPr>
        <p:spPr>
          <a:xfrm>
            <a:off x="1973988" y="1304410"/>
            <a:ext cx="2764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85" name="Google Shape;385;p42"/>
          <p:cNvSpPr txBox="1">
            <a:spLocks noGrp="1"/>
          </p:cNvSpPr>
          <p:nvPr>
            <p:ph type="subTitle" idx="5"/>
          </p:nvPr>
        </p:nvSpPr>
        <p:spPr>
          <a:xfrm>
            <a:off x="1973988" y="3290875"/>
            <a:ext cx="2764500" cy="499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6" name="Google Shape;386;p42"/>
          <p:cNvSpPr txBox="1">
            <a:spLocks noGrp="1"/>
          </p:cNvSpPr>
          <p:nvPr>
            <p:ph type="subTitle" idx="6"/>
          </p:nvPr>
        </p:nvSpPr>
        <p:spPr>
          <a:xfrm>
            <a:off x="1973988" y="3699649"/>
            <a:ext cx="2764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387" name="Google Shape;387;p42"/>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88" name="Google Shape;388;p42"/>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89" name="Google Shape;389;p4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390" name="Google Shape;390;p4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391" name="Google Shape;391;p4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
        <p:nvSpPr>
          <p:cNvPr id="392" name="Google Shape;392;p42"/>
          <p:cNvSpPr txBox="1">
            <a:spLocks noGrp="1"/>
          </p:cNvSpPr>
          <p:nvPr>
            <p:ph type="title"/>
          </p:nvPr>
        </p:nvSpPr>
        <p:spPr>
          <a:xfrm>
            <a:off x="733000" y="1114450"/>
            <a:ext cx="1118100" cy="61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1"/>
              </a:buClr>
              <a:buSzPts val="5000"/>
              <a:buNone/>
              <a:defRPr sz="4500">
                <a:solidFill>
                  <a:schemeClr val="accent1"/>
                </a:solidFill>
              </a:defRPr>
            </a:lvl1pPr>
            <a:lvl2pPr lvl="1"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endParaRPr/>
          </a:p>
        </p:txBody>
      </p:sp>
      <p:sp>
        <p:nvSpPr>
          <p:cNvPr id="393" name="Google Shape;393;p42"/>
          <p:cNvSpPr txBox="1">
            <a:spLocks noGrp="1"/>
          </p:cNvSpPr>
          <p:nvPr>
            <p:ph type="title" idx="7"/>
          </p:nvPr>
        </p:nvSpPr>
        <p:spPr>
          <a:xfrm>
            <a:off x="733000" y="3503175"/>
            <a:ext cx="1118100" cy="61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1"/>
              </a:buClr>
              <a:buSzPts val="5000"/>
              <a:buNone/>
              <a:defRPr sz="4500">
                <a:solidFill>
                  <a:schemeClr val="accent1"/>
                </a:solidFill>
              </a:defRPr>
            </a:lvl1pPr>
            <a:lvl2pPr lvl="1"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endParaRPr/>
          </a:p>
        </p:txBody>
      </p:sp>
      <p:sp>
        <p:nvSpPr>
          <p:cNvPr id="394" name="Google Shape;394;p42"/>
          <p:cNvSpPr txBox="1">
            <a:spLocks noGrp="1"/>
          </p:cNvSpPr>
          <p:nvPr>
            <p:ph type="title" idx="8"/>
          </p:nvPr>
        </p:nvSpPr>
        <p:spPr>
          <a:xfrm>
            <a:off x="4441002" y="2276488"/>
            <a:ext cx="1118100" cy="61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1"/>
              </a:buClr>
              <a:buSzPts val="5000"/>
              <a:buNone/>
              <a:defRPr sz="4500">
                <a:solidFill>
                  <a:schemeClr val="accent1"/>
                </a:solidFill>
              </a:defRPr>
            </a:lvl1pPr>
            <a:lvl2pPr lvl="1"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a:lnSpc>
                <a:spcPct val="100000"/>
              </a:lnSpc>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Shape 395"/>
        <p:cNvGrpSpPr/>
        <p:nvPr/>
      </p:nvGrpSpPr>
      <p:grpSpPr>
        <a:xfrm>
          <a:off x="0" y="0"/>
          <a:ext cx="0" cy="0"/>
          <a:chOff x="0" y="0"/>
          <a:chExt cx="0" cy="0"/>
        </a:xfrm>
      </p:grpSpPr>
      <p:sp>
        <p:nvSpPr>
          <p:cNvPr id="396" name="Google Shape;396;p43"/>
          <p:cNvSpPr txBox="1">
            <a:spLocks noGrp="1"/>
          </p:cNvSpPr>
          <p:nvPr>
            <p:ph type="title"/>
          </p:nvPr>
        </p:nvSpPr>
        <p:spPr>
          <a:xfrm>
            <a:off x="803750" y="2040496"/>
            <a:ext cx="4087500" cy="673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97" name="Google Shape;397;p43"/>
          <p:cNvSpPr txBox="1">
            <a:spLocks noGrp="1"/>
          </p:cNvSpPr>
          <p:nvPr>
            <p:ph type="subTitle" idx="1"/>
          </p:nvPr>
        </p:nvSpPr>
        <p:spPr>
          <a:xfrm>
            <a:off x="803750" y="2693525"/>
            <a:ext cx="3159300" cy="55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Font typeface="Josefin Sans"/>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cxnSp>
        <p:nvCxnSpPr>
          <p:cNvPr id="398" name="Google Shape;398;p43"/>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399" name="Google Shape;399;p43"/>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Shape 400"/>
        <p:cNvGrpSpPr/>
        <p:nvPr/>
      </p:nvGrpSpPr>
      <p:grpSpPr>
        <a:xfrm>
          <a:off x="0" y="0"/>
          <a:ext cx="0" cy="0"/>
          <a:chOff x="0" y="0"/>
          <a:chExt cx="0" cy="0"/>
        </a:xfrm>
      </p:grpSpPr>
      <p:sp>
        <p:nvSpPr>
          <p:cNvPr id="401" name="Google Shape;401;p44"/>
          <p:cNvSpPr txBox="1">
            <a:spLocks noGrp="1"/>
          </p:cNvSpPr>
          <p:nvPr>
            <p:ph type="title"/>
          </p:nvPr>
        </p:nvSpPr>
        <p:spPr>
          <a:xfrm>
            <a:off x="4490150" y="2047725"/>
            <a:ext cx="3364200" cy="628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Open Sans SemiBold"/>
                <a:ea typeface="Open Sans SemiBold"/>
                <a:cs typeface="Open Sans SemiBold"/>
                <a:sym typeface="Open Sans SemiBold"/>
              </a:defRPr>
            </a:lvl2pPr>
            <a:lvl3pPr lvl="2" algn="l">
              <a:lnSpc>
                <a:spcPct val="100000"/>
              </a:lnSpc>
              <a:spcBef>
                <a:spcPts val="0"/>
              </a:spcBef>
              <a:spcAft>
                <a:spcPts val="0"/>
              </a:spcAft>
              <a:buSzPts val="3000"/>
              <a:buNone/>
              <a:defRPr>
                <a:latin typeface="Open Sans SemiBold"/>
                <a:ea typeface="Open Sans SemiBold"/>
                <a:cs typeface="Open Sans SemiBold"/>
                <a:sym typeface="Open Sans SemiBold"/>
              </a:defRPr>
            </a:lvl3pPr>
            <a:lvl4pPr lvl="3" algn="l">
              <a:lnSpc>
                <a:spcPct val="100000"/>
              </a:lnSpc>
              <a:spcBef>
                <a:spcPts val="0"/>
              </a:spcBef>
              <a:spcAft>
                <a:spcPts val="0"/>
              </a:spcAft>
              <a:buSzPts val="3000"/>
              <a:buNone/>
              <a:defRPr>
                <a:latin typeface="Open Sans SemiBold"/>
                <a:ea typeface="Open Sans SemiBold"/>
                <a:cs typeface="Open Sans SemiBold"/>
                <a:sym typeface="Open Sans SemiBold"/>
              </a:defRPr>
            </a:lvl4pPr>
            <a:lvl5pPr lvl="4" algn="l">
              <a:lnSpc>
                <a:spcPct val="100000"/>
              </a:lnSpc>
              <a:spcBef>
                <a:spcPts val="0"/>
              </a:spcBef>
              <a:spcAft>
                <a:spcPts val="0"/>
              </a:spcAft>
              <a:buSzPts val="3000"/>
              <a:buNone/>
              <a:defRPr>
                <a:latin typeface="Open Sans SemiBold"/>
                <a:ea typeface="Open Sans SemiBold"/>
                <a:cs typeface="Open Sans SemiBold"/>
                <a:sym typeface="Open Sans SemiBold"/>
              </a:defRPr>
            </a:lvl5pPr>
            <a:lvl6pPr lvl="5" algn="l">
              <a:lnSpc>
                <a:spcPct val="100000"/>
              </a:lnSpc>
              <a:spcBef>
                <a:spcPts val="0"/>
              </a:spcBef>
              <a:spcAft>
                <a:spcPts val="0"/>
              </a:spcAft>
              <a:buSzPts val="3000"/>
              <a:buNone/>
              <a:defRPr>
                <a:latin typeface="Open Sans SemiBold"/>
                <a:ea typeface="Open Sans SemiBold"/>
                <a:cs typeface="Open Sans SemiBold"/>
                <a:sym typeface="Open Sans SemiBold"/>
              </a:defRPr>
            </a:lvl6pPr>
            <a:lvl7pPr lvl="6" algn="l">
              <a:lnSpc>
                <a:spcPct val="100000"/>
              </a:lnSpc>
              <a:spcBef>
                <a:spcPts val="0"/>
              </a:spcBef>
              <a:spcAft>
                <a:spcPts val="0"/>
              </a:spcAft>
              <a:buSzPts val="3000"/>
              <a:buNone/>
              <a:defRPr>
                <a:latin typeface="Open Sans SemiBold"/>
                <a:ea typeface="Open Sans SemiBold"/>
                <a:cs typeface="Open Sans SemiBold"/>
                <a:sym typeface="Open Sans SemiBold"/>
              </a:defRPr>
            </a:lvl7pPr>
            <a:lvl8pPr lvl="7" algn="l">
              <a:lnSpc>
                <a:spcPct val="100000"/>
              </a:lnSpc>
              <a:spcBef>
                <a:spcPts val="0"/>
              </a:spcBef>
              <a:spcAft>
                <a:spcPts val="0"/>
              </a:spcAft>
              <a:buSzPts val="3000"/>
              <a:buNone/>
              <a:defRPr>
                <a:latin typeface="Open Sans SemiBold"/>
                <a:ea typeface="Open Sans SemiBold"/>
                <a:cs typeface="Open Sans SemiBold"/>
                <a:sym typeface="Open Sans SemiBold"/>
              </a:defRPr>
            </a:lvl8pPr>
            <a:lvl9pPr lvl="8" algn="l">
              <a:lnSpc>
                <a:spcPct val="100000"/>
              </a:lnSpc>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402" name="Google Shape;402;p44"/>
          <p:cNvSpPr txBox="1">
            <a:spLocks noGrp="1"/>
          </p:cNvSpPr>
          <p:nvPr>
            <p:ph type="subTitle" idx="1"/>
          </p:nvPr>
        </p:nvSpPr>
        <p:spPr>
          <a:xfrm>
            <a:off x="4855550" y="2694825"/>
            <a:ext cx="2998800" cy="5580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600"/>
              <a:buFont typeface="Josefin Sans"/>
              <a:buNone/>
              <a:defRPr sz="1400">
                <a:solidFill>
                  <a:schemeClr val="dk1"/>
                </a:solidFill>
              </a:defRPr>
            </a:lvl1pPr>
            <a:lvl2pPr lvl="1" algn="l">
              <a:lnSpc>
                <a:spcPct val="115000"/>
              </a:lnSpc>
              <a:spcBef>
                <a:spcPts val="0"/>
              </a:spcBef>
              <a:spcAft>
                <a:spcPts val="0"/>
              </a:spcAft>
              <a:buSzPts val="1500"/>
              <a:buNone/>
              <a:defRPr sz="1500"/>
            </a:lvl2pPr>
            <a:lvl3pPr lvl="2" algn="l">
              <a:lnSpc>
                <a:spcPct val="115000"/>
              </a:lnSpc>
              <a:spcBef>
                <a:spcPts val="0"/>
              </a:spcBef>
              <a:spcAft>
                <a:spcPts val="0"/>
              </a:spcAft>
              <a:buSzPts val="1500"/>
              <a:buNone/>
              <a:defRPr sz="1500"/>
            </a:lvl3pPr>
            <a:lvl4pPr lvl="3" algn="l">
              <a:lnSpc>
                <a:spcPct val="115000"/>
              </a:lnSpc>
              <a:spcBef>
                <a:spcPts val="0"/>
              </a:spcBef>
              <a:spcAft>
                <a:spcPts val="0"/>
              </a:spcAft>
              <a:buSzPts val="1500"/>
              <a:buNone/>
              <a:defRPr sz="1500"/>
            </a:lvl4pPr>
            <a:lvl5pPr lvl="4" algn="l">
              <a:lnSpc>
                <a:spcPct val="115000"/>
              </a:lnSpc>
              <a:spcBef>
                <a:spcPts val="0"/>
              </a:spcBef>
              <a:spcAft>
                <a:spcPts val="0"/>
              </a:spcAft>
              <a:buSzPts val="1500"/>
              <a:buNone/>
              <a:defRPr sz="1500"/>
            </a:lvl5pPr>
            <a:lvl6pPr lvl="5" algn="l">
              <a:lnSpc>
                <a:spcPct val="115000"/>
              </a:lnSpc>
              <a:spcBef>
                <a:spcPts val="0"/>
              </a:spcBef>
              <a:spcAft>
                <a:spcPts val="0"/>
              </a:spcAft>
              <a:buSzPts val="1500"/>
              <a:buNone/>
              <a:defRPr sz="1500"/>
            </a:lvl6pPr>
            <a:lvl7pPr lvl="6" algn="l">
              <a:lnSpc>
                <a:spcPct val="115000"/>
              </a:lnSpc>
              <a:spcBef>
                <a:spcPts val="0"/>
              </a:spcBef>
              <a:spcAft>
                <a:spcPts val="0"/>
              </a:spcAft>
              <a:buSzPts val="1500"/>
              <a:buNone/>
              <a:defRPr sz="1500"/>
            </a:lvl7pPr>
            <a:lvl8pPr lvl="7" algn="l">
              <a:lnSpc>
                <a:spcPct val="115000"/>
              </a:lnSpc>
              <a:spcBef>
                <a:spcPts val="0"/>
              </a:spcBef>
              <a:spcAft>
                <a:spcPts val="0"/>
              </a:spcAft>
              <a:buSzPts val="1500"/>
              <a:buNone/>
              <a:defRPr sz="1500"/>
            </a:lvl8pPr>
            <a:lvl9pPr lvl="8" algn="l">
              <a:lnSpc>
                <a:spcPct val="115000"/>
              </a:lnSpc>
              <a:spcBef>
                <a:spcPts val="0"/>
              </a:spcBef>
              <a:spcAft>
                <a:spcPts val="0"/>
              </a:spcAft>
              <a:buSzPts val="1500"/>
              <a:buNone/>
              <a:defRPr sz="1500"/>
            </a:lvl9pPr>
          </a:lstStyle>
          <a:p>
            <a:endParaRPr/>
          </a:p>
        </p:txBody>
      </p:sp>
      <p:cxnSp>
        <p:nvCxnSpPr>
          <p:cNvPr id="403" name="Google Shape;403;p44"/>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04" name="Google Shape;404;p44"/>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Shape 405"/>
        <p:cNvGrpSpPr/>
        <p:nvPr/>
      </p:nvGrpSpPr>
      <p:grpSpPr>
        <a:xfrm>
          <a:off x="0" y="0"/>
          <a:ext cx="0" cy="0"/>
          <a:chOff x="0" y="0"/>
          <a:chExt cx="0" cy="0"/>
        </a:xfrm>
      </p:grpSpPr>
      <p:sp>
        <p:nvSpPr>
          <p:cNvPr id="406" name="Google Shape;406;p45"/>
          <p:cNvSpPr txBox="1">
            <a:spLocks noGrp="1"/>
          </p:cNvSpPr>
          <p:nvPr>
            <p:ph type="subTitle" idx="1"/>
          </p:nvPr>
        </p:nvSpPr>
        <p:spPr>
          <a:xfrm>
            <a:off x="4166800" y="1453525"/>
            <a:ext cx="3957600" cy="2889000"/>
          </a:xfrm>
          <a:prstGeom prst="rect">
            <a:avLst/>
          </a:prstGeom>
          <a:noFill/>
          <a:ln>
            <a:noFill/>
          </a:ln>
        </p:spPr>
        <p:txBody>
          <a:bodyPr spcFirstLastPara="1" wrap="square" lIns="91425" tIns="91425" rIns="91425" bIns="91425" anchor="ctr" anchorCtr="0">
            <a:noAutofit/>
          </a:bodyPr>
          <a:lstStyle>
            <a:lvl1pPr marR="38100" lvl="0" algn="ctr">
              <a:lnSpc>
                <a:spcPct val="100000"/>
              </a:lnSpc>
              <a:spcBef>
                <a:spcPts val="0"/>
              </a:spcBef>
              <a:spcAft>
                <a:spcPts val="0"/>
              </a:spcAft>
              <a:buClr>
                <a:schemeClr val="accent1"/>
              </a:buClr>
              <a:buSzPts val="1400"/>
              <a:buChar char="●"/>
              <a:defRPr sz="1400"/>
            </a:lvl1pPr>
            <a:lvl2pPr lvl="1" algn="ctr">
              <a:lnSpc>
                <a:spcPct val="115000"/>
              </a:lnSpc>
              <a:spcBef>
                <a:spcPts val="0"/>
              </a:spcBef>
              <a:spcAft>
                <a:spcPts val="0"/>
              </a:spcAft>
              <a:buSzPts val="1400"/>
              <a:buChar char="○"/>
              <a:defRPr/>
            </a:lvl2pPr>
            <a:lvl3pPr lvl="2" algn="ctr">
              <a:lnSpc>
                <a:spcPct val="115000"/>
              </a:lnSpc>
              <a:spcBef>
                <a:spcPts val="0"/>
              </a:spcBef>
              <a:spcAft>
                <a:spcPts val="0"/>
              </a:spcAft>
              <a:buSzPts val="1400"/>
              <a:buChar char="■"/>
              <a:defRPr/>
            </a:lvl3pPr>
            <a:lvl4pPr lvl="3" algn="ctr">
              <a:lnSpc>
                <a:spcPct val="115000"/>
              </a:lnSpc>
              <a:spcBef>
                <a:spcPts val="0"/>
              </a:spcBef>
              <a:spcAft>
                <a:spcPts val="0"/>
              </a:spcAft>
              <a:buSzPts val="1400"/>
              <a:buChar char="●"/>
              <a:defRPr/>
            </a:lvl4pPr>
            <a:lvl5pPr lvl="4" algn="ctr">
              <a:lnSpc>
                <a:spcPct val="115000"/>
              </a:lnSpc>
              <a:spcBef>
                <a:spcPts val="0"/>
              </a:spcBef>
              <a:spcAft>
                <a:spcPts val="0"/>
              </a:spcAft>
              <a:buSzPts val="1400"/>
              <a:buChar char="○"/>
              <a:defRPr/>
            </a:lvl5pPr>
            <a:lvl6pPr lvl="5" algn="ctr">
              <a:lnSpc>
                <a:spcPct val="115000"/>
              </a:lnSpc>
              <a:spcBef>
                <a:spcPts val="0"/>
              </a:spcBef>
              <a:spcAft>
                <a:spcPts val="0"/>
              </a:spcAft>
              <a:buSzPts val="1400"/>
              <a:buChar char="■"/>
              <a:defRPr/>
            </a:lvl6pPr>
            <a:lvl7pPr lvl="6" algn="ctr">
              <a:lnSpc>
                <a:spcPct val="115000"/>
              </a:lnSpc>
              <a:spcBef>
                <a:spcPts val="0"/>
              </a:spcBef>
              <a:spcAft>
                <a:spcPts val="0"/>
              </a:spcAft>
              <a:buSzPts val="1400"/>
              <a:buChar char="●"/>
              <a:defRPr/>
            </a:lvl7pPr>
            <a:lvl8pPr lvl="7" algn="ctr">
              <a:lnSpc>
                <a:spcPct val="115000"/>
              </a:lnSpc>
              <a:spcBef>
                <a:spcPts val="0"/>
              </a:spcBef>
              <a:spcAft>
                <a:spcPts val="0"/>
              </a:spcAft>
              <a:buSzPts val="1400"/>
              <a:buChar char="○"/>
              <a:defRPr/>
            </a:lvl8pPr>
            <a:lvl9pPr lvl="8" algn="ctr">
              <a:lnSpc>
                <a:spcPct val="115000"/>
              </a:lnSpc>
              <a:spcBef>
                <a:spcPts val="0"/>
              </a:spcBef>
              <a:spcAft>
                <a:spcPts val="0"/>
              </a:spcAft>
              <a:buSzPts val="1400"/>
              <a:buChar char="■"/>
              <a:defRPr/>
            </a:lvl9pPr>
          </a:lstStyle>
          <a:p>
            <a:endParaRPr/>
          </a:p>
        </p:txBody>
      </p:sp>
      <p:sp>
        <p:nvSpPr>
          <p:cNvPr id="407" name="Google Shape;407;p45"/>
          <p:cNvSpPr txBox="1">
            <a:spLocks noGrp="1"/>
          </p:cNvSpPr>
          <p:nvPr>
            <p:ph type="title"/>
          </p:nvPr>
        </p:nvSpPr>
        <p:spPr>
          <a:xfrm>
            <a:off x="713225" y="445025"/>
            <a:ext cx="45027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l">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l">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l">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l">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l">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l">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l">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08" name="Google Shape;408;p45"/>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09" name="Google Shape;409;p45"/>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10" name="Google Shape;410;p45"/>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13" name="Google Shape;413;p46"/>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14" name="Google Shape;414;p4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415" name="Google Shape;415;p4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416" name="Google Shape;416;p4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417" name="Google Shape;417;p4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
        <p:nvSpPr>
          <p:cNvPr id="418" name="Google Shape;418;p46"/>
          <p:cNvSpPr txBox="1">
            <a:spLocks noGrp="1"/>
          </p:cNvSpPr>
          <p:nvPr>
            <p:ph type="title"/>
          </p:nvPr>
        </p:nvSpPr>
        <p:spPr>
          <a:xfrm>
            <a:off x="1531650" y="445025"/>
            <a:ext cx="6080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ctr">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ctr">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ctr">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ctr">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ctr">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ctr">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ctr">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19" name="Google Shape;419;p46"/>
          <p:cNvSpPr txBox="1">
            <a:spLocks noGrp="1"/>
          </p:cNvSpPr>
          <p:nvPr>
            <p:ph type="subTitle" idx="1"/>
          </p:nvPr>
        </p:nvSpPr>
        <p:spPr>
          <a:xfrm>
            <a:off x="4525188" y="1537663"/>
            <a:ext cx="3957600" cy="2889000"/>
          </a:xfrm>
          <a:prstGeom prst="rect">
            <a:avLst/>
          </a:prstGeom>
          <a:noFill/>
          <a:ln>
            <a:noFill/>
          </a:ln>
        </p:spPr>
        <p:txBody>
          <a:bodyPr spcFirstLastPara="1" wrap="square" lIns="91425" tIns="91425" rIns="91425" bIns="91425" anchor="ctr" anchorCtr="0">
            <a:noAutofit/>
          </a:bodyPr>
          <a:lstStyle>
            <a:lvl1pPr marR="38100" lvl="0" algn="ctr">
              <a:lnSpc>
                <a:spcPct val="100000"/>
              </a:lnSpc>
              <a:spcBef>
                <a:spcPts val="0"/>
              </a:spcBef>
              <a:spcAft>
                <a:spcPts val="0"/>
              </a:spcAft>
              <a:buClr>
                <a:schemeClr val="accent1"/>
              </a:buClr>
              <a:buSzPts val="1400"/>
              <a:buChar char="●"/>
              <a:defRPr sz="1400"/>
            </a:lvl1pPr>
            <a:lvl2pPr lvl="1" algn="ctr">
              <a:lnSpc>
                <a:spcPct val="115000"/>
              </a:lnSpc>
              <a:spcBef>
                <a:spcPts val="0"/>
              </a:spcBef>
              <a:spcAft>
                <a:spcPts val="0"/>
              </a:spcAft>
              <a:buClr>
                <a:schemeClr val="dk1"/>
              </a:buClr>
              <a:buSzPts val="1400"/>
              <a:buChar char="○"/>
              <a:defRPr/>
            </a:lvl2pPr>
            <a:lvl3pPr lvl="2" algn="ctr">
              <a:lnSpc>
                <a:spcPct val="115000"/>
              </a:lnSpc>
              <a:spcBef>
                <a:spcPts val="0"/>
              </a:spcBef>
              <a:spcAft>
                <a:spcPts val="0"/>
              </a:spcAft>
              <a:buClr>
                <a:schemeClr val="dk1"/>
              </a:buClr>
              <a:buSzPts val="1400"/>
              <a:buChar char="■"/>
              <a:defRPr/>
            </a:lvl3pPr>
            <a:lvl4pPr lvl="3" algn="ctr">
              <a:lnSpc>
                <a:spcPct val="115000"/>
              </a:lnSpc>
              <a:spcBef>
                <a:spcPts val="0"/>
              </a:spcBef>
              <a:spcAft>
                <a:spcPts val="0"/>
              </a:spcAft>
              <a:buClr>
                <a:schemeClr val="dk1"/>
              </a:buClr>
              <a:buSzPts val="1400"/>
              <a:buChar char="●"/>
              <a:defRPr/>
            </a:lvl4pPr>
            <a:lvl5pPr lvl="4" algn="ctr">
              <a:lnSpc>
                <a:spcPct val="115000"/>
              </a:lnSpc>
              <a:spcBef>
                <a:spcPts val="0"/>
              </a:spcBef>
              <a:spcAft>
                <a:spcPts val="0"/>
              </a:spcAft>
              <a:buClr>
                <a:schemeClr val="dk1"/>
              </a:buClr>
              <a:buSzPts val="1400"/>
              <a:buChar char="○"/>
              <a:defRPr/>
            </a:lvl5pPr>
            <a:lvl6pPr lvl="5" algn="ctr">
              <a:lnSpc>
                <a:spcPct val="115000"/>
              </a:lnSpc>
              <a:spcBef>
                <a:spcPts val="0"/>
              </a:spcBef>
              <a:spcAft>
                <a:spcPts val="0"/>
              </a:spcAft>
              <a:buClr>
                <a:schemeClr val="dk1"/>
              </a:buClr>
              <a:buSzPts val="1400"/>
              <a:buChar char="■"/>
              <a:defRPr/>
            </a:lvl6pPr>
            <a:lvl7pPr lvl="6" algn="ctr">
              <a:lnSpc>
                <a:spcPct val="115000"/>
              </a:lnSpc>
              <a:spcBef>
                <a:spcPts val="0"/>
              </a:spcBef>
              <a:spcAft>
                <a:spcPts val="0"/>
              </a:spcAft>
              <a:buClr>
                <a:schemeClr val="dk1"/>
              </a:buClr>
              <a:buSzPts val="1400"/>
              <a:buChar char="●"/>
              <a:defRPr/>
            </a:lvl7pPr>
            <a:lvl8pPr lvl="7" algn="ctr">
              <a:lnSpc>
                <a:spcPct val="115000"/>
              </a:lnSpc>
              <a:spcBef>
                <a:spcPts val="0"/>
              </a:spcBef>
              <a:spcAft>
                <a:spcPts val="0"/>
              </a:spcAft>
              <a:buClr>
                <a:schemeClr val="dk1"/>
              </a:buClr>
              <a:buSzPts val="1400"/>
              <a:buChar char="○"/>
              <a:defRPr/>
            </a:lvl8pPr>
            <a:lvl9pPr lvl="8" algn="ctr">
              <a:lnSpc>
                <a:spcPct val="115000"/>
              </a:lnSpc>
              <a:spcBef>
                <a:spcPts val="0"/>
              </a:spcBef>
              <a:spcAft>
                <a:spcPts val="0"/>
              </a:spcAft>
              <a:buClr>
                <a:schemeClr val="dk1"/>
              </a:buClr>
              <a:buSzPts val="1400"/>
              <a:buChar char="■"/>
              <a:defRPr/>
            </a:lvl9pPr>
          </a:lstStyle>
          <a:p>
            <a:endParaRPr/>
          </a:p>
        </p:txBody>
      </p:sp>
      <p:sp>
        <p:nvSpPr>
          <p:cNvPr id="420" name="Google Shape;420;p46"/>
          <p:cNvSpPr txBox="1">
            <a:spLocks noGrp="1"/>
          </p:cNvSpPr>
          <p:nvPr>
            <p:ph type="subTitle" idx="2"/>
          </p:nvPr>
        </p:nvSpPr>
        <p:spPr>
          <a:xfrm>
            <a:off x="661213" y="1537663"/>
            <a:ext cx="3957600" cy="2889000"/>
          </a:xfrm>
          <a:prstGeom prst="rect">
            <a:avLst/>
          </a:prstGeom>
          <a:noFill/>
          <a:ln>
            <a:noFill/>
          </a:ln>
        </p:spPr>
        <p:txBody>
          <a:bodyPr spcFirstLastPara="1" wrap="square" lIns="91425" tIns="91425" rIns="91425" bIns="91425" anchor="ctr" anchorCtr="0">
            <a:noAutofit/>
          </a:bodyPr>
          <a:lstStyle>
            <a:lvl1pPr marR="38100" lvl="0" algn="ctr">
              <a:lnSpc>
                <a:spcPct val="100000"/>
              </a:lnSpc>
              <a:spcBef>
                <a:spcPts val="0"/>
              </a:spcBef>
              <a:spcAft>
                <a:spcPts val="0"/>
              </a:spcAft>
              <a:buClr>
                <a:schemeClr val="accent1"/>
              </a:buClr>
              <a:buSzPts val="1400"/>
              <a:buChar char="●"/>
              <a:defRPr sz="1400"/>
            </a:lvl1pPr>
            <a:lvl2pPr lvl="1" algn="ctr">
              <a:lnSpc>
                <a:spcPct val="115000"/>
              </a:lnSpc>
              <a:spcBef>
                <a:spcPts val="0"/>
              </a:spcBef>
              <a:spcAft>
                <a:spcPts val="0"/>
              </a:spcAft>
              <a:buClr>
                <a:schemeClr val="dk1"/>
              </a:buClr>
              <a:buSzPts val="1400"/>
              <a:buChar char="○"/>
              <a:defRPr/>
            </a:lvl2pPr>
            <a:lvl3pPr lvl="2" algn="ctr">
              <a:lnSpc>
                <a:spcPct val="115000"/>
              </a:lnSpc>
              <a:spcBef>
                <a:spcPts val="0"/>
              </a:spcBef>
              <a:spcAft>
                <a:spcPts val="0"/>
              </a:spcAft>
              <a:buClr>
                <a:schemeClr val="dk1"/>
              </a:buClr>
              <a:buSzPts val="1400"/>
              <a:buChar char="■"/>
              <a:defRPr/>
            </a:lvl3pPr>
            <a:lvl4pPr lvl="3" algn="ctr">
              <a:lnSpc>
                <a:spcPct val="115000"/>
              </a:lnSpc>
              <a:spcBef>
                <a:spcPts val="0"/>
              </a:spcBef>
              <a:spcAft>
                <a:spcPts val="0"/>
              </a:spcAft>
              <a:buClr>
                <a:schemeClr val="dk1"/>
              </a:buClr>
              <a:buSzPts val="1400"/>
              <a:buChar char="●"/>
              <a:defRPr/>
            </a:lvl4pPr>
            <a:lvl5pPr lvl="4" algn="ctr">
              <a:lnSpc>
                <a:spcPct val="115000"/>
              </a:lnSpc>
              <a:spcBef>
                <a:spcPts val="0"/>
              </a:spcBef>
              <a:spcAft>
                <a:spcPts val="0"/>
              </a:spcAft>
              <a:buClr>
                <a:schemeClr val="dk1"/>
              </a:buClr>
              <a:buSzPts val="1400"/>
              <a:buChar char="○"/>
              <a:defRPr/>
            </a:lvl5pPr>
            <a:lvl6pPr lvl="5" algn="ctr">
              <a:lnSpc>
                <a:spcPct val="115000"/>
              </a:lnSpc>
              <a:spcBef>
                <a:spcPts val="0"/>
              </a:spcBef>
              <a:spcAft>
                <a:spcPts val="0"/>
              </a:spcAft>
              <a:buClr>
                <a:schemeClr val="dk1"/>
              </a:buClr>
              <a:buSzPts val="1400"/>
              <a:buChar char="■"/>
              <a:defRPr/>
            </a:lvl6pPr>
            <a:lvl7pPr lvl="6" algn="ctr">
              <a:lnSpc>
                <a:spcPct val="115000"/>
              </a:lnSpc>
              <a:spcBef>
                <a:spcPts val="0"/>
              </a:spcBef>
              <a:spcAft>
                <a:spcPts val="0"/>
              </a:spcAft>
              <a:buClr>
                <a:schemeClr val="dk1"/>
              </a:buClr>
              <a:buSzPts val="1400"/>
              <a:buChar char="●"/>
              <a:defRPr/>
            </a:lvl7pPr>
            <a:lvl8pPr lvl="7" algn="ctr">
              <a:lnSpc>
                <a:spcPct val="115000"/>
              </a:lnSpc>
              <a:spcBef>
                <a:spcPts val="0"/>
              </a:spcBef>
              <a:spcAft>
                <a:spcPts val="0"/>
              </a:spcAft>
              <a:buClr>
                <a:schemeClr val="dk1"/>
              </a:buClr>
              <a:buSzPts val="1400"/>
              <a:buChar char="○"/>
              <a:defRPr/>
            </a:lvl8pPr>
            <a:lvl9pPr lvl="8" algn="ctr">
              <a:lnSpc>
                <a:spcPct val="115000"/>
              </a:lnSpc>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Shape 421"/>
        <p:cNvGrpSpPr/>
        <p:nvPr/>
      </p:nvGrpSpPr>
      <p:grpSpPr>
        <a:xfrm>
          <a:off x="0" y="0"/>
          <a:ext cx="0" cy="0"/>
          <a:chOff x="0" y="0"/>
          <a:chExt cx="0" cy="0"/>
        </a:xfrm>
      </p:grpSpPr>
      <p:sp>
        <p:nvSpPr>
          <p:cNvPr id="422" name="Google Shape;422;p47"/>
          <p:cNvSpPr txBox="1">
            <a:spLocks noGrp="1"/>
          </p:cNvSpPr>
          <p:nvPr>
            <p:ph type="subTitle" idx="1"/>
          </p:nvPr>
        </p:nvSpPr>
        <p:spPr>
          <a:xfrm>
            <a:off x="4816075" y="3616375"/>
            <a:ext cx="2942100" cy="357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3" name="Google Shape;423;p47"/>
          <p:cNvSpPr txBox="1">
            <a:spLocks noGrp="1"/>
          </p:cNvSpPr>
          <p:nvPr>
            <p:ph type="subTitle" idx="2"/>
          </p:nvPr>
        </p:nvSpPr>
        <p:spPr>
          <a:xfrm>
            <a:off x="4816200" y="3956375"/>
            <a:ext cx="2941800" cy="652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b="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24" name="Google Shape;424;p47"/>
          <p:cNvSpPr txBox="1">
            <a:spLocks noGrp="1"/>
          </p:cNvSpPr>
          <p:nvPr>
            <p:ph type="subTitle" idx="3"/>
          </p:nvPr>
        </p:nvSpPr>
        <p:spPr>
          <a:xfrm>
            <a:off x="1385829" y="3616375"/>
            <a:ext cx="2942100" cy="357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5" name="Google Shape;425;p47"/>
          <p:cNvSpPr txBox="1">
            <a:spLocks noGrp="1"/>
          </p:cNvSpPr>
          <p:nvPr>
            <p:ph type="subTitle" idx="4"/>
          </p:nvPr>
        </p:nvSpPr>
        <p:spPr>
          <a:xfrm>
            <a:off x="1386025" y="3956375"/>
            <a:ext cx="2941800" cy="652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b="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26" name="Google Shape;426;p47"/>
          <p:cNvSpPr txBox="1">
            <a:spLocks noGrp="1"/>
          </p:cNvSpPr>
          <p:nvPr>
            <p:ph type="title"/>
          </p:nvPr>
        </p:nvSpPr>
        <p:spPr>
          <a:xfrm>
            <a:off x="713225" y="445025"/>
            <a:ext cx="27291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l">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l">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l">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l">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l">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l">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l">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27" name="Google Shape;427;p47"/>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28" name="Google Shape;428;p47"/>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Shape 429"/>
        <p:cNvGrpSpPr/>
        <p:nvPr/>
      </p:nvGrpSpPr>
      <p:grpSpPr>
        <a:xfrm>
          <a:off x="0" y="0"/>
          <a:ext cx="0" cy="0"/>
          <a:chOff x="0" y="0"/>
          <a:chExt cx="0" cy="0"/>
        </a:xfrm>
      </p:grpSpPr>
      <p:sp>
        <p:nvSpPr>
          <p:cNvPr id="430" name="Google Shape;430;p48"/>
          <p:cNvSpPr txBox="1">
            <a:spLocks noGrp="1"/>
          </p:cNvSpPr>
          <p:nvPr>
            <p:ph type="title"/>
          </p:nvPr>
        </p:nvSpPr>
        <p:spPr>
          <a:xfrm>
            <a:off x="1244250" y="445025"/>
            <a:ext cx="66555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ctr">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ctr">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ctr">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ctr">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ctr">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ctr">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ctr">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31" name="Google Shape;431;p48"/>
          <p:cNvSpPr txBox="1">
            <a:spLocks noGrp="1"/>
          </p:cNvSpPr>
          <p:nvPr>
            <p:ph type="subTitle" idx="1"/>
          </p:nvPr>
        </p:nvSpPr>
        <p:spPr>
          <a:xfrm>
            <a:off x="3509000" y="33987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2" name="Google Shape;432;p48"/>
          <p:cNvSpPr txBox="1">
            <a:spLocks noGrp="1"/>
          </p:cNvSpPr>
          <p:nvPr>
            <p:ph type="subTitle" idx="2"/>
          </p:nvPr>
        </p:nvSpPr>
        <p:spPr>
          <a:xfrm>
            <a:off x="3509025" y="3814950"/>
            <a:ext cx="2126100" cy="886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33" name="Google Shape;433;p48"/>
          <p:cNvSpPr txBox="1">
            <a:spLocks noGrp="1"/>
          </p:cNvSpPr>
          <p:nvPr>
            <p:ph type="subTitle" idx="3"/>
          </p:nvPr>
        </p:nvSpPr>
        <p:spPr>
          <a:xfrm>
            <a:off x="953025" y="33987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4" name="Google Shape;434;p48"/>
          <p:cNvSpPr txBox="1">
            <a:spLocks noGrp="1"/>
          </p:cNvSpPr>
          <p:nvPr>
            <p:ph type="subTitle" idx="4"/>
          </p:nvPr>
        </p:nvSpPr>
        <p:spPr>
          <a:xfrm>
            <a:off x="953125" y="3814951"/>
            <a:ext cx="2126100" cy="886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35" name="Google Shape;435;p48"/>
          <p:cNvSpPr txBox="1">
            <a:spLocks noGrp="1"/>
          </p:cNvSpPr>
          <p:nvPr>
            <p:ph type="subTitle" idx="5"/>
          </p:nvPr>
        </p:nvSpPr>
        <p:spPr>
          <a:xfrm>
            <a:off x="6064875" y="33987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6" name="Google Shape;436;p48"/>
          <p:cNvSpPr txBox="1">
            <a:spLocks noGrp="1"/>
          </p:cNvSpPr>
          <p:nvPr>
            <p:ph type="subTitle" idx="6"/>
          </p:nvPr>
        </p:nvSpPr>
        <p:spPr>
          <a:xfrm>
            <a:off x="6064875" y="3814950"/>
            <a:ext cx="2126100" cy="886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437" name="Google Shape;437;p48"/>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38" name="Google Shape;438;p48"/>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39" name="Google Shape;439;p48"/>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440" name="Google Shape;440;p4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441"/>
        <p:cNvGrpSpPr/>
        <p:nvPr/>
      </p:nvGrpSpPr>
      <p:grpSpPr>
        <a:xfrm>
          <a:off x="0" y="0"/>
          <a:ext cx="0" cy="0"/>
          <a:chOff x="0" y="0"/>
          <a:chExt cx="0" cy="0"/>
        </a:xfrm>
      </p:grpSpPr>
      <p:sp>
        <p:nvSpPr>
          <p:cNvPr id="442" name="Google Shape;442;p49"/>
          <p:cNvSpPr txBox="1">
            <a:spLocks noGrp="1"/>
          </p:cNvSpPr>
          <p:nvPr>
            <p:ph type="title"/>
          </p:nvPr>
        </p:nvSpPr>
        <p:spPr>
          <a:xfrm>
            <a:off x="2832900" y="791200"/>
            <a:ext cx="3478200" cy="922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300"/>
              <a:buNone/>
              <a:defRPr sz="7000"/>
            </a:lvl1pPr>
            <a:lvl2pPr lvl="1" algn="ctr">
              <a:lnSpc>
                <a:spcPct val="100000"/>
              </a:lnSpc>
              <a:spcBef>
                <a:spcPts val="0"/>
              </a:spcBef>
              <a:spcAft>
                <a:spcPts val="0"/>
              </a:spcAft>
              <a:buSzPts val="3000"/>
              <a:buNone/>
              <a:defRPr>
                <a:latin typeface="Open Sans"/>
                <a:ea typeface="Open Sans"/>
                <a:cs typeface="Open Sans"/>
                <a:sym typeface="Open Sans"/>
              </a:defRPr>
            </a:lvl2pPr>
            <a:lvl3pPr lvl="2" algn="ctr">
              <a:lnSpc>
                <a:spcPct val="100000"/>
              </a:lnSpc>
              <a:spcBef>
                <a:spcPts val="0"/>
              </a:spcBef>
              <a:spcAft>
                <a:spcPts val="0"/>
              </a:spcAft>
              <a:buSzPts val="3000"/>
              <a:buNone/>
              <a:defRPr>
                <a:latin typeface="Open Sans"/>
                <a:ea typeface="Open Sans"/>
                <a:cs typeface="Open Sans"/>
                <a:sym typeface="Open Sans"/>
              </a:defRPr>
            </a:lvl3pPr>
            <a:lvl4pPr lvl="3" algn="ctr">
              <a:lnSpc>
                <a:spcPct val="100000"/>
              </a:lnSpc>
              <a:spcBef>
                <a:spcPts val="0"/>
              </a:spcBef>
              <a:spcAft>
                <a:spcPts val="0"/>
              </a:spcAft>
              <a:buSzPts val="3000"/>
              <a:buNone/>
              <a:defRPr>
                <a:latin typeface="Open Sans"/>
                <a:ea typeface="Open Sans"/>
                <a:cs typeface="Open Sans"/>
                <a:sym typeface="Open Sans"/>
              </a:defRPr>
            </a:lvl4pPr>
            <a:lvl5pPr lvl="4" algn="ctr">
              <a:lnSpc>
                <a:spcPct val="100000"/>
              </a:lnSpc>
              <a:spcBef>
                <a:spcPts val="0"/>
              </a:spcBef>
              <a:spcAft>
                <a:spcPts val="0"/>
              </a:spcAft>
              <a:buSzPts val="3000"/>
              <a:buNone/>
              <a:defRPr>
                <a:latin typeface="Open Sans"/>
                <a:ea typeface="Open Sans"/>
                <a:cs typeface="Open Sans"/>
                <a:sym typeface="Open Sans"/>
              </a:defRPr>
            </a:lvl5pPr>
            <a:lvl6pPr lvl="5" algn="ctr">
              <a:lnSpc>
                <a:spcPct val="100000"/>
              </a:lnSpc>
              <a:spcBef>
                <a:spcPts val="0"/>
              </a:spcBef>
              <a:spcAft>
                <a:spcPts val="0"/>
              </a:spcAft>
              <a:buSzPts val="3000"/>
              <a:buNone/>
              <a:defRPr>
                <a:latin typeface="Open Sans"/>
                <a:ea typeface="Open Sans"/>
                <a:cs typeface="Open Sans"/>
                <a:sym typeface="Open Sans"/>
              </a:defRPr>
            </a:lvl6pPr>
            <a:lvl7pPr lvl="6" algn="ctr">
              <a:lnSpc>
                <a:spcPct val="100000"/>
              </a:lnSpc>
              <a:spcBef>
                <a:spcPts val="0"/>
              </a:spcBef>
              <a:spcAft>
                <a:spcPts val="0"/>
              </a:spcAft>
              <a:buSzPts val="3000"/>
              <a:buNone/>
              <a:defRPr>
                <a:latin typeface="Open Sans"/>
                <a:ea typeface="Open Sans"/>
                <a:cs typeface="Open Sans"/>
                <a:sym typeface="Open Sans"/>
              </a:defRPr>
            </a:lvl7pPr>
            <a:lvl8pPr lvl="7" algn="ctr">
              <a:lnSpc>
                <a:spcPct val="100000"/>
              </a:lnSpc>
              <a:spcBef>
                <a:spcPts val="0"/>
              </a:spcBef>
              <a:spcAft>
                <a:spcPts val="0"/>
              </a:spcAft>
              <a:buSzPts val="3000"/>
              <a:buNone/>
              <a:defRPr>
                <a:latin typeface="Open Sans"/>
                <a:ea typeface="Open Sans"/>
                <a:cs typeface="Open Sans"/>
                <a:sym typeface="Open Sans"/>
              </a:defRPr>
            </a:lvl8pPr>
            <a:lvl9pPr lvl="8" algn="ctr">
              <a:lnSpc>
                <a:spcPct val="100000"/>
              </a:lnSpc>
              <a:spcBef>
                <a:spcPts val="0"/>
              </a:spcBef>
              <a:spcAft>
                <a:spcPts val="0"/>
              </a:spcAft>
              <a:buSzPts val="3000"/>
              <a:buNone/>
              <a:defRPr>
                <a:latin typeface="Open Sans"/>
                <a:ea typeface="Open Sans"/>
                <a:cs typeface="Open Sans"/>
                <a:sym typeface="Open Sans"/>
              </a:defRPr>
            </a:lvl9pPr>
          </a:lstStyle>
          <a:p>
            <a:endParaRPr/>
          </a:p>
        </p:txBody>
      </p:sp>
      <p:sp>
        <p:nvSpPr>
          <p:cNvPr id="443" name="Google Shape;443;p49"/>
          <p:cNvSpPr txBox="1">
            <a:spLocks noGrp="1"/>
          </p:cNvSpPr>
          <p:nvPr>
            <p:ph type="subTitle" idx="1"/>
          </p:nvPr>
        </p:nvSpPr>
        <p:spPr>
          <a:xfrm>
            <a:off x="2983350" y="1749425"/>
            <a:ext cx="3177300" cy="922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44" name="Google Shape;444;p49"/>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chemeClr val="dk2"/>
                </a:solidFill>
                <a:latin typeface="Montserrat"/>
                <a:ea typeface="Montserrat"/>
                <a:cs typeface="Montserrat"/>
                <a:sym typeface="Montserrat"/>
              </a:rPr>
              <a:t>CREDITS</a:t>
            </a:r>
            <a:r>
              <a:rPr lang="en" sz="1100" b="0" i="0" u="none" strike="noStrike" cap="none">
                <a:solidFill>
                  <a:schemeClr val="dk2"/>
                </a:solidFill>
                <a:latin typeface="Montserrat"/>
                <a:ea typeface="Montserrat"/>
                <a:cs typeface="Montserrat"/>
                <a:sym typeface="Montserrat"/>
              </a:rPr>
              <a:t>: This presentation template was created by </a:t>
            </a:r>
            <a:r>
              <a:rPr lang="en" sz="1100" b="1" i="0" u="none" strike="noStrike" cap="none">
                <a:solidFill>
                  <a:schemeClr val="hlink"/>
                </a:solidFill>
                <a:uFill>
                  <a:noFill/>
                </a:uFill>
                <a:latin typeface="Montserrat"/>
                <a:ea typeface="Montserrat"/>
                <a:cs typeface="Montserrat"/>
                <a:sym typeface="Montserrat"/>
                <a:hlinkClick r:id="rId2"/>
              </a:rPr>
              <a:t>Slidesgo</a:t>
            </a:r>
            <a:r>
              <a:rPr lang="en" sz="1100" b="0" i="0" u="none" strike="noStrike" cap="none">
                <a:solidFill>
                  <a:schemeClr val="dk2"/>
                </a:solidFill>
                <a:latin typeface="Montserrat"/>
                <a:ea typeface="Montserrat"/>
                <a:cs typeface="Montserrat"/>
                <a:sym typeface="Montserrat"/>
              </a:rPr>
              <a:t>, including icons by </a:t>
            </a:r>
            <a:r>
              <a:rPr lang="en" sz="1100" b="1" i="0" u="none" strike="noStrike" cap="none">
                <a:solidFill>
                  <a:schemeClr val="hlink"/>
                </a:solidFill>
                <a:uFill>
                  <a:noFill/>
                </a:uFill>
                <a:latin typeface="Montserrat"/>
                <a:ea typeface="Montserrat"/>
                <a:cs typeface="Montserrat"/>
                <a:sym typeface="Montserrat"/>
                <a:hlinkClick r:id="rId3"/>
              </a:rPr>
              <a:t>Flaticon</a:t>
            </a:r>
            <a:r>
              <a:rPr lang="en" sz="1100" b="0" i="0" u="none" strike="noStrike" cap="none">
                <a:solidFill>
                  <a:schemeClr val="dk2"/>
                </a:solidFill>
                <a:latin typeface="Montserrat"/>
                <a:ea typeface="Montserrat"/>
                <a:cs typeface="Montserrat"/>
                <a:sym typeface="Montserrat"/>
              </a:rPr>
              <a:t>, infographics &amp; images by </a:t>
            </a:r>
            <a:r>
              <a:rPr lang="en" sz="1100" b="1" i="0" u="none" strike="noStrike" cap="none">
                <a:solidFill>
                  <a:schemeClr val="hlink"/>
                </a:solidFill>
                <a:uFill>
                  <a:noFill/>
                </a:uFill>
                <a:latin typeface="Montserrat"/>
                <a:ea typeface="Montserrat"/>
                <a:cs typeface="Montserrat"/>
                <a:sym typeface="Montserrat"/>
                <a:hlinkClick r:id="rId4"/>
              </a:rPr>
              <a:t>Freepik</a:t>
            </a:r>
            <a:endParaRPr sz="1100" b="1" i="0" u="none" strike="noStrike" cap="none">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46" name="Google Shape;446;p49"/>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447" name="Google Shape;447;p49"/>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48" name="Google Shape;448;p49"/>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Montserrat"/>
              <a:buChar char="●"/>
              <a:defRPr sz="1800" b="0" i="0" u="none" strike="noStrike" cap="none">
                <a:solidFill>
                  <a:schemeClr val="dk2"/>
                </a:solidFill>
                <a:latin typeface="Montserrat"/>
                <a:ea typeface="Montserrat"/>
                <a:cs typeface="Montserrat"/>
                <a:sym typeface="Montserrat"/>
              </a:defRPr>
            </a:lvl1pPr>
            <a:lvl2pPr marL="914400" marR="0" lvl="1"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54"/>
          <p:cNvSpPr txBox="1">
            <a:spLocks noGrp="1"/>
          </p:cNvSpPr>
          <p:nvPr>
            <p:ph type="ctrTitle"/>
          </p:nvPr>
        </p:nvSpPr>
        <p:spPr>
          <a:xfrm>
            <a:off x="1656525" y="723800"/>
            <a:ext cx="6447600" cy="205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200"/>
              <a:buNone/>
            </a:pPr>
            <a:r>
              <a:rPr lang="en" sz="5900"/>
              <a:t>Diabetes Prediction System</a:t>
            </a:r>
            <a:endParaRPr sz="5900"/>
          </a:p>
        </p:txBody>
      </p:sp>
      <p:sp>
        <p:nvSpPr>
          <p:cNvPr id="473" name="Google Shape;473;p54"/>
          <p:cNvSpPr txBox="1">
            <a:spLocks noGrp="1"/>
          </p:cNvSpPr>
          <p:nvPr>
            <p:ph type="subTitle" idx="1"/>
          </p:nvPr>
        </p:nvSpPr>
        <p:spPr>
          <a:xfrm>
            <a:off x="1040000" y="3025750"/>
            <a:ext cx="7064100" cy="13794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800"/>
              <a:buNone/>
            </a:pPr>
            <a:r>
              <a:rPr lang="en"/>
              <a:t>Team 26: Rhea Nair, Samiksha Sarda</a:t>
            </a:r>
            <a:endParaRPr/>
          </a:p>
          <a:p>
            <a:pPr marL="0" lvl="0" indent="0" algn="ctr" rtl="0">
              <a:lnSpc>
                <a:spcPct val="100000"/>
              </a:lnSpc>
              <a:spcBef>
                <a:spcPts val="0"/>
              </a:spcBef>
              <a:spcAft>
                <a:spcPts val="0"/>
              </a:spcAft>
              <a:buSzPts val="2800"/>
              <a:buNone/>
            </a:pPr>
            <a:endParaRPr/>
          </a:p>
          <a:p>
            <a:pPr marL="0" lvl="0" indent="0" algn="ctr" rtl="0">
              <a:lnSpc>
                <a:spcPct val="100000"/>
              </a:lnSpc>
              <a:spcBef>
                <a:spcPts val="0"/>
              </a:spcBef>
              <a:spcAft>
                <a:spcPts val="0"/>
              </a:spcAft>
              <a:buSzPts val="2800"/>
              <a:buNone/>
            </a:pPr>
            <a:r>
              <a:rPr lang="en"/>
              <a:t>BIT 5524 - Intro Bus Intel and Analytics</a:t>
            </a:r>
            <a:endParaRPr/>
          </a:p>
          <a:p>
            <a:pPr marL="0" lvl="0" indent="0" algn="ctr" rtl="0">
              <a:lnSpc>
                <a:spcPct val="100000"/>
              </a:lnSpc>
              <a:spcBef>
                <a:spcPts val="0"/>
              </a:spcBef>
              <a:spcAft>
                <a:spcPts val="0"/>
              </a:spcAft>
              <a:buSzPts val="2800"/>
              <a:buNone/>
            </a:pPr>
            <a:endParaRPr/>
          </a:p>
          <a:p>
            <a:pPr marL="0" lvl="0" indent="0" algn="ctr" rtl="0">
              <a:lnSpc>
                <a:spcPct val="100000"/>
              </a:lnSpc>
              <a:spcBef>
                <a:spcPts val="0"/>
              </a:spcBef>
              <a:spcAft>
                <a:spcPts val="0"/>
              </a:spcAft>
              <a:buSzPts val="2800"/>
              <a:buNone/>
            </a:pPr>
            <a:r>
              <a:rPr lang="en"/>
              <a:t>Fall 2024</a:t>
            </a:r>
            <a:endParaRPr/>
          </a:p>
        </p:txBody>
      </p:sp>
    </p:spTree>
  </p:cSld>
  <p:clrMapOvr>
    <a:masterClrMapping/>
  </p:clrMapOvr>
  <mc:AlternateContent xmlns:mc="http://schemas.openxmlformats.org/markup-compatibility/2006">
    <mc:Choice xmlns:p14="http://schemas.microsoft.com/office/powerpoint/2010/main" Requires="p14">
      <p:transition spd="slow" p14:dur="2000" advTm="3843"/>
    </mc:Choice>
    <mc:Fallback>
      <p:transition spd="slow" advTm="384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5"/>
          <p:cNvSpPr txBox="1">
            <a:spLocks noGrp="1"/>
          </p:cNvSpPr>
          <p:nvPr>
            <p:ph type="title"/>
          </p:nvPr>
        </p:nvSpPr>
        <p:spPr>
          <a:xfrm>
            <a:off x="713225" y="445025"/>
            <a:ext cx="4711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Business Understanding</a:t>
            </a:r>
            <a:endParaRPr/>
          </a:p>
        </p:txBody>
      </p:sp>
      <p:sp>
        <p:nvSpPr>
          <p:cNvPr id="479" name="Google Shape;479;p55"/>
          <p:cNvSpPr txBox="1"/>
          <p:nvPr/>
        </p:nvSpPr>
        <p:spPr>
          <a:xfrm>
            <a:off x="297575" y="1142275"/>
            <a:ext cx="8572500" cy="3955800"/>
          </a:xfrm>
          <a:prstGeom prst="rect">
            <a:avLst/>
          </a:prstGeom>
          <a:noFill/>
          <a:ln>
            <a:noFill/>
          </a:ln>
        </p:spPr>
        <p:txBody>
          <a:bodyPr spcFirstLastPara="1" wrap="square" lIns="91425" tIns="91425" rIns="91425" bIns="91425" anchor="t" anchorCtr="0">
            <a:spAutoFit/>
          </a:bodyPr>
          <a:lstStyle/>
          <a:p>
            <a:pPr marL="457200" lvl="0" indent="-317500" algn="just" rtl="0">
              <a:lnSpc>
                <a:spcPct val="150000"/>
              </a:lnSpc>
              <a:spcBef>
                <a:spcPts val="10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The </a:t>
            </a:r>
            <a:r>
              <a:rPr lang="en" b="1" i="1">
                <a:solidFill>
                  <a:schemeClr val="dk1"/>
                </a:solidFill>
                <a:latin typeface="Montserrat"/>
                <a:ea typeface="Montserrat"/>
                <a:cs typeface="Montserrat"/>
                <a:sym typeface="Montserrat"/>
              </a:rPr>
              <a:t>Diabetes Prediction System</a:t>
            </a:r>
            <a:r>
              <a:rPr lang="en">
                <a:solidFill>
                  <a:schemeClr val="dk1"/>
                </a:solidFill>
                <a:latin typeface="Montserrat"/>
                <a:ea typeface="Montserrat"/>
                <a:cs typeface="Montserrat"/>
                <a:sym typeface="Montserrat"/>
              </a:rPr>
              <a:t> aims to help healthcare providers identify individuals at high risk of diabetes through predictive analytics. Diabetes is a pressing public health challenge, and early detection can significantly improve outcomes while reducing healthcare costs.</a:t>
            </a:r>
            <a:endParaRPr>
              <a:solidFill>
                <a:schemeClr val="dk1"/>
              </a:solidFill>
              <a:latin typeface="Montserrat"/>
              <a:ea typeface="Montserrat"/>
              <a:cs typeface="Montserrat"/>
              <a:sym typeface="Montserrat"/>
            </a:endParaRPr>
          </a:p>
          <a:p>
            <a:pPr marL="457200" lvl="0" indent="-317500" algn="just" rtl="0">
              <a:lnSpc>
                <a:spcPct val="150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Our goal is to develop a classification model using demographic, lifestyle, and clinical data. Predictor variables include attributes like age, BMI, and blood glucose levels, and the target variable is a binary classification—diabetic or non-diabetic.</a:t>
            </a:r>
            <a:endParaRPr>
              <a:solidFill>
                <a:schemeClr val="dk1"/>
              </a:solidFill>
              <a:latin typeface="Montserrat"/>
              <a:ea typeface="Montserrat"/>
              <a:cs typeface="Montserrat"/>
              <a:sym typeface="Montserrat"/>
            </a:endParaRPr>
          </a:p>
          <a:p>
            <a:pPr marL="457200" lvl="0" indent="-317500" algn="just" rtl="0">
              <a:lnSpc>
                <a:spcPct val="150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Success metrics for the project include achieving 90% accuracy or higher, improving early diagnosis rates by 15%, and ensuring seamless integration of the model into healthcare platforms. The key stakeholders are healthcare providers, project managers, and data scientists.</a:t>
            </a:r>
            <a:endParaRPr>
              <a:solidFill>
                <a:schemeClr val="dk1"/>
              </a:solidFill>
              <a:latin typeface="Montserrat"/>
              <a:ea typeface="Montserrat"/>
              <a:cs typeface="Montserrat"/>
              <a:sym typeface="Montserrat"/>
            </a:endParaRPr>
          </a:p>
          <a:p>
            <a:pPr marL="0" marR="0" lvl="0" indent="0" algn="just" rtl="0">
              <a:lnSpc>
                <a:spcPct val="150000"/>
              </a:lnSpc>
              <a:spcBef>
                <a:spcPts val="0"/>
              </a:spcBef>
              <a:spcAft>
                <a:spcPts val="1200"/>
              </a:spcAft>
              <a:buClr>
                <a:srgbClr val="000000"/>
              </a:buClr>
              <a:buSzPts val="1100"/>
              <a:buFont typeface="Arial"/>
              <a:buNone/>
            </a:pPr>
            <a:endParaRPr>
              <a:solidFill>
                <a:schemeClr val="dk1"/>
              </a:solidFill>
              <a:latin typeface="Montserrat"/>
              <a:ea typeface="Montserrat"/>
              <a:cs typeface="Montserrat"/>
              <a:sym typeface="Montserrat"/>
            </a:endParaRPr>
          </a:p>
        </p:txBody>
      </p:sp>
    </p:spTree>
  </p:cSld>
  <p:clrMapOvr>
    <a:masterClrMapping/>
  </p:clrMapOvr>
  <mc:AlternateContent xmlns:mc="http://schemas.openxmlformats.org/markup-compatibility/2006">
    <mc:Choice xmlns:p14="http://schemas.microsoft.com/office/powerpoint/2010/main" Requires="p14">
      <p:transition spd="slow" p14:dur="2000" advTm="22660"/>
    </mc:Choice>
    <mc:Fallback>
      <p:transition spd="slow" advTm="2266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56"/>
          <p:cNvSpPr txBox="1">
            <a:spLocks noGrp="1"/>
          </p:cNvSpPr>
          <p:nvPr>
            <p:ph type="title"/>
          </p:nvPr>
        </p:nvSpPr>
        <p:spPr>
          <a:xfrm>
            <a:off x="713225" y="445025"/>
            <a:ext cx="4711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Data Understanding </a:t>
            </a:r>
            <a:endParaRPr/>
          </a:p>
        </p:txBody>
      </p:sp>
      <p:sp>
        <p:nvSpPr>
          <p:cNvPr id="485" name="Google Shape;485;p56"/>
          <p:cNvSpPr txBox="1"/>
          <p:nvPr/>
        </p:nvSpPr>
        <p:spPr>
          <a:xfrm>
            <a:off x="627800" y="1139000"/>
            <a:ext cx="8197200" cy="3309300"/>
          </a:xfrm>
          <a:prstGeom prst="rect">
            <a:avLst/>
          </a:prstGeom>
          <a:noFill/>
          <a:ln>
            <a:noFill/>
          </a:ln>
        </p:spPr>
        <p:txBody>
          <a:bodyPr spcFirstLastPara="1" wrap="square" lIns="91425" tIns="91425" rIns="91425" bIns="91425" anchor="t" anchorCtr="0">
            <a:spAutoFit/>
          </a:bodyPr>
          <a:lstStyle/>
          <a:p>
            <a:pPr marL="457200" lvl="0" indent="-317500" algn="just" rtl="0">
              <a:lnSpc>
                <a:spcPct val="150000"/>
              </a:lnSpc>
              <a:spcBef>
                <a:spcPts val="10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The dataset comprises 100,000 entries, covering demographic variables (e.g., age, gender), behavioral variables (e.g., smoking history), and clinical measurements (e.g., BMI, blood glucose levels).</a:t>
            </a:r>
            <a:endParaRPr>
              <a:solidFill>
                <a:schemeClr val="dk1"/>
              </a:solidFill>
              <a:latin typeface="Montserrat"/>
              <a:ea typeface="Montserrat"/>
              <a:cs typeface="Montserrat"/>
              <a:sym typeface="Montserrat"/>
            </a:endParaRPr>
          </a:p>
          <a:p>
            <a:pPr marL="457200" lvl="0" indent="-317500" algn="just" rtl="0">
              <a:lnSpc>
                <a:spcPct val="150000"/>
              </a:lnSpc>
              <a:spcBef>
                <a:spcPts val="0"/>
              </a:spcBef>
              <a:spcAft>
                <a:spcPts val="0"/>
              </a:spcAft>
              <a:buClr>
                <a:schemeClr val="dk1"/>
              </a:buClr>
              <a:buSzPts val="1400"/>
              <a:buFont typeface="Montserrat"/>
              <a:buChar char="●"/>
            </a:pPr>
            <a:r>
              <a:rPr lang="en" b="1">
                <a:solidFill>
                  <a:schemeClr val="dk1"/>
                </a:solidFill>
                <a:latin typeface="Montserrat"/>
                <a:ea typeface="Montserrat"/>
                <a:cs typeface="Montserrat"/>
                <a:sym typeface="Montserrat"/>
              </a:rPr>
              <a:t>Challenges include:</a:t>
            </a:r>
            <a:endParaRPr b="1">
              <a:solidFill>
                <a:schemeClr val="dk1"/>
              </a:solidFill>
              <a:latin typeface="Montserrat"/>
              <a:ea typeface="Montserrat"/>
              <a:cs typeface="Montserrat"/>
              <a:sym typeface="Montserrat"/>
            </a:endParaRPr>
          </a:p>
          <a:p>
            <a:pPr marL="914400" lvl="1" indent="-317500" algn="just" rtl="0">
              <a:lnSpc>
                <a:spcPct val="150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Missing values in critical fields like BMI.</a:t>
            </a:r>
            <a:endParaRPr>
              <a:solidFill>
                <a:schemeClr val="dk1"/>
              </a:solidFill>
              <a:latin typeface="Montserrat"/>
              <a:ea typeface="Montserrat"/>
              <a:cs typeface="Montserrat"/>
              <a:sym typeface="Montserrat"/>
            </a:endParaRPr>
          </a:p>
          <a:p>
            <a:pPr marL="914400" lvl="1" indent="-317500" algn="just" rtl="0">
              <a:lnSpc>
                <a:spcPct val="150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Outliers in variables such as blood glucose levels.</a:t>
            </a:r>
            <a:endParaRPr>
              <a:solidFill>
                <a:schemeClr val="dk1"/>
              </a:solidFill>
              <a:latin typeface="Montserrat"/>
              <a:ea typeface="Montserrat"/>
              <a:cs typeface="Montserrat"/>
              <a:sym typeface="Montserrat"/>
            </a:endParaRPr>
          </a:p>
          <a:p>
            <a:pPr marL="914400" lvl="1" indent="-317500" algn="just" rtl="0">
              <a:lnSpc>
                <a:spcPct val="150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Imbalance in the dataset, with more non-diabetic cases than diabetic ones.</a:t>
            </a:r>
            <a:endParaRPr>
              <a:solidFill>
                <a:schemeClr val="dk1"/>
              </a:solidFill>
              <a:latin typeface="Montserrat"/>
              <a:ea typeface="Montserrat"/>
              <a:cs typeface="Montserrat"/>
              <a:sym typeface="Montserrat"/>
            </a:endParaRPr>
          </a:p>
          <a:p>
            <a:pPr marL="914400" lvl="1" indent="-317500" algn="just" rtl="0">
              <a:lnSpc>
                <a:spcPct val="150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Despite these issues, the dataset provides strong predictors like HbA1c and glucose levels, making it suitable for diabetes risk analysis.</a:t>
            </a:r>
            <a:endParaRPr>
              <a:solidFill>
                <a:schemeClr val="dk1"/>
              </a:solidFill>
              <a:latin typeface="Montserrat"/>
              <a:ea typeface="Montserrat"/>
              <a:cs typeface="Montserrat"/>
              <a:sym typeface="Montserrat"/>
            </a:endParaRPr>
          </a:p>
          <a:p>
            <a:pPr marL="0" marR="0" lvl="0" indent="0" algn="just" rtl="0">
              <a:lnSpc>
                <a:spcPct val="150000"/>
              </a:lnSpc>
              <a:spcBef>
                <a:spcPts val="0"/>
              </a:spcBef>
              <a:spcAft>
                <a:spcPts val="0"/>
              </a:spcAft>
              <a:buNone/>
            </a:pPr>
            <a:endParaRPr b="1">
              <a:solidFill>
                <a:schemeClr val="dk2"/>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7"/>
          <p:cNvSpPr txBox="1">
            <a:spLocks noGrp="1"/>
          </p:cNvSpPr>
          <p:nvPr>
            <p:ph type="title"/>
          </p:nvPr>
        </p:nvSpPr>
        <p:spPr>
          <a:xfrm>
            <a:off x="713225" y="445025"/>
            <a:ext cx="4711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Data Preparation</a:t>
            </a:r>
            <a:endParaRPr/>
          </a:p>
        </p:txBody>
      </p:sp>
      <p:sp>
        <p:nvSpPr>
          <p:cNvPr id="491" name="Google Shape;491;p57"/>
          <p:cNvSpPr txBox="1"/>
          <p:nvPr/>
        </p:nvSpPr>
        <p:spPr>
          <a:xfrm>
            <a:off x="573250" y="1125700"/>
            <a:ext cx="8119200" cy="3449700"/>
          </a:xfrm>
          <a:prstGeom prst="rect">
            <a:avLst/>
          </a:prstGeom>
          <a:noFill/>
          <a:ln>
            <a:noFill/>
          </a:ln>
        </p:spPr>
        <p:txBody>
          <a:bodyPr spcFirstLastPara="1" wrap="square" lIns="91425" tIns="91425" rIns="91425" bIns="91425" anchor="t" anchorCtr="0">
            <a:noAutofit/>
          </a:bodyPr>
          <a:lstStyle/>
          <a:p>
            <a:pPr marL="0" lvl="0" indent="0" algn="just" rtl="0">
              <a:lnSpc>
                <a:spcPct val="200000"/>
              </a:lnSpc>
              <a:spcBef>
                <a:spcPts val="1000"/>
              </a:spcBef>
              <a:spcAft>
                <a:spcPts val="0"/>
              </a:spcAft>
              <a:buNone/>
            </a:pPr>
            <a:r>
              <a:rPr lang="en">
                <a:solidFill>
                  <a:schemeClr val="dk1"/>
                </a:solidFill>
                <a:latin typeface="Montserrat"/>
                <a:ea typeface="Montserrat"/>
                <a:cs typeface="Montserrat"/>
                <a:sym typeface="Montserrat"/>
              </a:rPr>
              <a:t>Data preparation consisted of four phases:</a:t>
            </a:r>
            <a:endParaRPr>
              <a:solidFill>
                <a:schemeClr val="dk1"/>
              </a:solidFill>
              <a:latin typeface="Montserrat"/>
              <a:ea typeface="Montserrat"/>
              <a:cs typeface="Montserrat"/>
              <a:sym typeface="Montserrat"/>
            </a:endParaRPr>
          </a:p>
          <a:p>
            <a:pPr marL="457200" lvl="0" indent="-317500" algn="just" rtl="0">
              <a:lnSpc>
                <a:spcPct val="200000"/>
              </a:lnSpc>
              <a:spcBef>
                <a:spcPts val="500"/>
              </a:spcBef>
              <a:spcAft>
                <a:spcPts val="0"/>
              </a:spcAft>
              <a:buClr>
                <a:schemeClr val="dk1"/>
              </a:buClr>
              <a:buSzPts val="1400"/>
              <a:buFont typeface="Calibri"/>
              <a:buChar char="●"/>
            </a:pPr>
            <a:r>
              <a:rPr lang="en" b="1">
                <a:solidFill>
                  <a:schemeClr val="dk1"/>
                </a:solidFill>
                <a:latin typeface="Montserrat"/>
                <a:ea typeface="Montserrat"/>
                <a:cs typeface="Montserrat"/>
                <a:sym typeface="Montserrat"/>
              </a:rPr>
              <a:t>Integration:</a:t>
            </a:r>
            <a:r>
              <a:rPr lang="en">
                <a:solidFill>
                  <a:schemeClr val="dk1"/>
                </a:solidFill>
                <a:latin typeface="Montserrat"/>
                <a:ea typeface="Montserrat"/>
                <a:cs typeface="Montserrat"/>
                <a:sym typeface="Montserrat"/>
              </a:rPr>
              <a:t> Unified dataset with relevant columns.</a:t>
            </a:r>
            <a:endParaRPr>
              <a:solidFill>
                <a:schemeClr val="dk1"/>
              </a:solidFill>
              <a:latin typeface="Montserrat"/>
              <a:ea typeface="Montserrat"/>
              <a:cs typeface="Montserrat"/>
              <a:sym typeface="Montserrat"/>
            </a:endParaRPr>
          </a:p>
          <a:p>
            <a:pPr marL="457200" lvl="0" indent="-317500" algn="just" rtl="0">
              <a:lnSpc>
                <a:spcPct val="200000"/>
              </a:lnSpc>
              <a:spcBef>
                <a:spcPts val="0"/>
              </a:spcBef>
              <a:spcAft>
                <a:spcPts val="0"/>
              </a:spcAft>
              <a:buClr>
                <a:schemeClr val="dk1"/>
              </a:buClr>
              <a:buSzPts val="1400"/>
              <a:buFont typeface="Calibri"/>
              <a:buChar char="●"/>
            </a:pPr>
            <a:r>
              <a:rPr lang="en" b="1">
                <a:solidFill>
                  <a:schemeClr val="dk1"/>
                </a:solidFill>
                <a:latin typeface="Montserrat"/>
                <a:ea typeface="Montserrat"/>
                <a:cs typeface="Montserrat"/>
                <a:sym typeface="Montserrat"/>
              </a:rPr>
              <a:t>Cleaning:</a:t>
            </a:r>
            <a:r>
              <a:rPr lang="en">
                <a:solidFill>
                  <a:schemeClr val="dk1"/>
                </a:solidFill>
                <a:latin typeface="Montserrat"/>
                <a:ea typeface="Montserrat"/>
                <a:cs typeface="Montserrat"/>
                <a:sym typeface="Montserrat"/>
              </a:rPr>
              <a:t> Missing values were imputed using the mean, and outliers were capped using IQR methods to maintain consistency.</a:t>
            </a:r>
            <a:endParaRPr>
              <a:solidFill>
                <a:schemeClr val="dk1"/>
              </a:solidFill>
              <a:latin typeface="Montserrat"/>
              <a:ea typeface="Montserrat"/>
              <a:cs typeface="Montserrat"/>
              <a:sym typeface="Montserrat"/>
            </a:endParaRPr>
          </a:p>
          <a:p>
            <a:pPr marL="457200" lvl="0" indent="-317500" algn="just" rtl="0">
              <a:lnSpc>
                <a:spcPct val="200000"/>
              </a:lnSpc>
              <a:spcBef>
                <a:spcPts val="0"/>
              </a:spcBef>
              <a:spcAft>
                <a:spcPts val="0"/>
              </a:spcAft>
              <a:buClr>
                <a:schemeClr val="dk1"/>
              </a:buClr>
              <a:buSzPts val="1400"/>
              <a:buFont typeface="Calibri"/>
              <a:buChar char="●"/>
            </a:pPr>
            <a:r>
              <a:rPr lang="en" b="1">
                <a:solidFill>
                  <a:schemeClr val="dk1"/>
                </a:solidFill>
                <a:latin typeface="Montserrat"/>
                <a:ea typeface="Montserrat"/>
                <a:cs typeface="Montserrat"/>
                <a:sym typeface="Montserrat"/>
              </a:rPr>
              <a:t>Transformation:</a:t>
            </a:r>
            <a:r>
              <a:rPr lang="en">
                <a:solidFill>
                  <a:schemeClr val="dk1"/>
                </a:solidFill>
                <a:latin typeface="Montserrat"/>
                <a:ea typeface="Montserrat"/>
                <a:cs typeface="Montserrat"/>
                <a:sym typeface="Montserrat"/>
              </a:rPr>
              <a:t> Encoded categorical variables like smoking history and standardized numerical variables for comparability.</a:t>
            </a:r>
            <a:endParaRPr>
              <a:solidFill>
                <a:schemeClr val="dk1"/>
              </a:solidFill>
              <a:latin typeface="Montserrat"/>
              <a:ea typeface="Montserrat"/>
              <a:cs typeface="Montserrat"/>
              <a:sym typeface="Montserrat"/>
            </a:endParaRPr>
          </a:p>
          <a:p>
            <a:pPr marL="457200" lvl="0" indent="-317500" algn="just" rtl="0">
              <a:lnSpc>
                <a:spcPct val="200000"/>
              </a:lnSpc>
              <a:spcBef>
                <a:spcPts val="0"/>
              </a:spcBef>
              <a:spcAft>
                <a:spcPts val="0"/>
              </a:spcAft>
              <a:buClr>
                <a:schemeClr val="dk1"/>
              </a:buClr>
              <a:buSzPts val="1400"/>
              <a:buFont typeface="Calibri"/>
              <a:buChar char="●"/>
            </a:pPr>
            <a:r>
              <a:rPr lang="en" b="1">
                <a:solidFill>
                  <a:schemeClr val="dk1"/>
                </a:solidFill>
                <a:latin typeface="Montserrat"/>
                <a:ea typeface="Montserrat"/>
                <a:cs typeface="Montserrat"/>
                <a:sym typeface="Montserrat"/>
              </a:rPr>
              <a:t>Reduction:</a:t>
            </a:r>
            <a:r>
              <a:rPr lang="en">
                <a:solidFill>
                  <a:schemeClr val="dk1"/>
                </a:solidFill>
                <a:latin typeface="Montserrat"/>
                <a:ea typeface="Montserrat"/>
                <a:cs typeface="Montserrat"/>
                <a:sym typeface="Montserrat"/>
              </a:rPr>
              <a:t> Used under-sampling to balance the classes, reducing the non-diabetic cases to match the number of diabetic cases.</a:t>
            </a:r>
            <a:endParaRPr>
              <a:solidFill>
                <a:schemeClr val="dk1"/>
              </a:solidFill>
              <a:latin typeface="Montserrat"/>
              <a:ea typeface="Montserrat"/>
              <a:cs typeface="Montserrat"/>
              <a:sym typeface="Montserrat"/>
            </a:endParaRPr>
          </a:p>
          <a:p>
            <a:pPr marL="457200" marR="0" lvl="0" indent="0" algn="just" rtl="0">
              <a:lnSpc>
                <a:spcPct val="150000"/>
              </a:lnSpc>
              <a:spcBef>
                <a:spcPts val="0"/>
              </a:spcBef>
              <a:spcAft>
                <a:spcPts val="0"/>
              </a:spcAft>
              <a:buNone/>
            </a:pPr>
            <a:endParaRPr b="1">
              <a:solidFill>
                <a:schemeClr val="dk2"/>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8"/>
          <p:cNvSpPr txBox="1">
            <a:spLocks noGrp="1"/>
          </p:cNvSpPr>
          <p:nvPr>
            <p:ph type="title"/>
          </p:nvPr>
        </p:nvSpPr>
        <p:spPr>
          <a:xfrm>
            <a:off x="719331" y="445025"/>
            <a:ext cx="4783500" cy="559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Modeling</a:t>
            </a:r>
            <a:endParaRPr/>
          </a:p>
        </p:txBody>
      </p:sp>
      <p:sp>
        <p:nvSpPr>
          <p:cNvPr id="497" name="Google Shape;497;p58"/>
          <p:cNvSpPr txBox="1">
            <a:spLocks noGrp="1"/>
          </p:cNvSpPr>
          <p:nvPr>
            <p:ph type="body" idx="1"/>
          </p:nvPr>
        </p:nvSpPr>
        <p:spPr>
          <a:xfrm>
            <a:off x="314000" y="1025324"/>
            <a:ext cx="8542800" cy="3324000"/>
          </a:xfrm>
          <a:prstGeom prst="rect">
            <a:avLst/>
          </a:prstGeom>
          <a:noFill/>
          <a:ln>
            <a:noFill/>
          </a:ln>
        </p:spPr>
        <p:txBody>
          <a:bodyPr spcFirstLastPara="1" wrap="square" lIns="91425" tIns="91425" rIns="91425" bIns="91425" anchor="t" anchorCtr="0">
            <a:noAutofit/>
          </a:bodyPr>
          <a:lstStyle/>
          <a:p>
            <a:pPr marL="457200" lvl="0" indent="0" algn="just" rtl="0">
              <a:lnSpc>
                <a:spcPct val="200000"/>
              </a:lnSpc>
              <a:spcBef>
                <a:spcPts val="1000"/>
              </a:spcBef>
              <a:spcAft>
                <a:spcPts val="0"/>
              </a:spcAft>
              <a:buNone/>
            </a:pPr>
            <a:r>
              <a:rPr lang="en" sz="1400" dirty="0">
                <a:solidFill>
                  <a:schemeClr val="dk1"/>
                </a:solidFill>
              </a:rPr>
              <a:t>Three models were tested: Random Forest, Decision Tree, and </a:t>
            </a:r>
            <a:r>
              <a:rPr lang="en" sz="1400" dirty="0" err="1">
                <a:solidFill>
                  <a:schemeClr val="dk1"/>
                </a:solidFill>
              </a:rPr>
              <a:t>XGBoost</a:t>
            </a:r>
            <a:r>
              <a:rPr lang="en" sz="1400" dirty="0">
                <a:solidFill>
                  <a:schemeClr val="dk1"/>
                </a:solidFill>
              </a:rPr>
              <a:t>. After evaluation, </a:t>
            </a:r>
            <a:r>
              <a:rPr lang="en" sz="1400" b="1" dirty="0" err="1">
                <a:solidFill>
                  <a:schemeClr val="dk1"/>
                </a:solidFill>
              </a:rPr>
              <a:t>XGBoost</a:t>
            </a:r>
            <a:r>
              <a:rPr lang="en" sz="1400" b="1" dirty="0">
                <a:solidFill>
                  <a:schemeClr val="dk1"/>
                </a:solidFill>
              </a:rPr>
              <a:t> was selected due to its:</a:t>
            </a:r>
            <a:endParaRPr sz="1400" b="1" dirty="0">
              <a:solidFill>
                <a:schemeClr val="dk1"/>
              </a:solidFill>
            </a:endParaRPr>
          </a:p>
          <a:p>
            <a:pPr marL="914400" lvl="0" indent="-317500" algn="just" rtl="0">
              <a:lnSpc>
                <a:spcPct val="200000"/>
              </a:lnSpc>
              <a:spcBef>
                <a:spcPts val="1000"/>
              </a:spcBef>
              <a:spcAft>
                <a:spcPts val="0"/>
              </a:spcAft>
              <a:buClr>
                <a:schemeClr val="dk1"/>
              </a:buClr>
              <a:buSzPts val="1400"/>
              <a:buFont typeface="Montserrat"/>
              <a:buChar char="●"/>
            </a:pPr>
            <a:r>
              <a:rPr lang="en" sz="1400" dirty="0">
                <a:solidFill>
                  <a:schemeClr val="dk1"/>
                </a:solidFill>
              </a:rPr>
              <a:t>Ability to handle imbalanced data with a weighted loss function.</a:t>
            </a:r>
            <a:endParaRPr sz="1400" dirty="0">
              <a:solidFill>
                <a:schemeClr val="dk1"/>
              </a:solidFill>
            </a:endParaRPr>
          </a:p>
          <a:p>
            <a:pPr marL="914400" lvl="0" indent="-317500" algn="just" rtl="0">
              <a:lnSpc>
                <a:spcPct val="200000"/>
              </a:lnSpc>
              <a:spcBef>
                <a:spcPts val="0"/>
              </a:spcBef>
              <a:spcAft>
                <a:spcPts val="0"/>
              </a:spcAft>
              <a:buClr>
                <a:schemeClr val="dk1"/>
              </a:buClr>
              <a:buSzPts val="1400"/>
              <a:buFont typeface="Montserrat"/>
              <a:buChar char="●"/>
            </a:pPr>
            <a:r>
              <a:rPr lang="en" sz="1400" dirty="0">
                <a:solidFill>
                  <a:schemeClr val="dk1"/>
                </a:solidFill>
              </a:rPr>
              <a:t>Use of L1 and L2 regularization for robustness.</a:t>
            </a:r>
            <a:endParaRPr sz="1400" dirty="0">
              <a:solidFill>
                <a:schemeClr val="dk1"/>
              </a:solidFill>
            </a:endParaRPr>
          </a:p>
          <a:p>
            <a:pPr marL="914400" lvl="0" indent="-317500" algn="just" rtl="0">
              <a:lnSpc>
                <a:spcPct val="200000"/>
              </a:lnSpc>
              <a:spcBef>
                <a:spcPts val="0"/>
              </a:spcBef>
              <a:spcAft>
                <a:spcPts val="0"/>
              </a:spcAft>
              <a:buClr>
                <a:schemeClr val="dk1"/>
              </a:buClr>
              <a:buSzPts val="1400"/>
              <a:buFont typeface="Montserrat"/>
              <a:buChar char="●"/>
            </a:pPr>
            <a:r>
              <a:rPr lang="en" sz="1400" dirty="0">
                <a:solidFill>
                  <a:schemeClr val="dk1"/>
                </a:solidFill>
              </a:rPr>
              <a:t>Efficient handling of missing values.</a:t>
            </a:r>
            <a:endParaRPr sz="1400" dirty="0">
              <a:solidFill>
                <a:schemeClr val="dk1"/>
              </a:solidFill>
            </a:endParaRPr>
          </a:p>
          <a:p>
            <a:pPr marL="914400" lvl="0" indent="-317500" algn="just" rtl="0">
              <a:lnSpc>
                <a:spcPct val="200000"/>
              </a:lnSpc>
              <a:spcBef>
                <a:spcPts val="0"/>
              </a:spcBef>
              <a:spcAft>
                <a:spcPts val="0"/>
              </a:spcAft>
              <a:buClr>
                <a:schemeClr val="dk1"/>
              </a:buClr>
              <a:buSzPts val="1400"/>
              <a:buFont typeface="Montserrat"/>
              <a:buChar char="●"/>
            </a:pPr>
            <a:r>
              <a:rPr lang="en" sz="1400" dirty="0">
                <a:solidFill>
                  <a:schemeClr val="dk1"/>
                </a:solidFill>
              </a:rPr>
              <a:t>The final </a:t>
            </a:r>
            <a:r>
              <a:rPr lang="en" sz="1400" dirty="0" err="1">
                <a:solidFill>
                  <a:schemeClr val="dk1"/>
                </a:solidFill>
              </a:rPr>
              <a:t>XGBoost</a:t>
            </a:r>
            <a:r>
              <a:rPr lang="en" sz="1400" dirty="0">
                <a:solidFill>
                  <a:schemeClr val="dk1"/>
                </a:solidFill>
              </a:rPr>
              <a:t> configuration included 500 estimators, a learning rate of 0.1, and hyperparameter tuning to optimize performance.</a:t>
            </a:r>
            <a:endParaRPr sz="1400" dirty="0">
              <a:solidFill>
                <a:schemeClr val="dk1"/>
              </a:solidFill>
            </a:endParaRPr>
          </a:p>
          <a:p>
            <a:pPr marL="457200" lvl="0" indent="0" algn="just" rtl="0">
              <a:lnSpc>
                <a:spcPct val="200000"/>
              </a:lnSpc>
              <a:spcBef>
                <a:spcPts val="0"/>
              </a:spcBef>
              <a:spcAft>
                <a:spcPts val="0"/>
              </a:spcAft>
              <a:buNone/>
            </a:pPr>
            <a:endParaRPr sz="1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9"/>
          <p:cNvSpPr txBox="1">
            <a:spLocks noGrp="1"/>
          </p:cNvSpPr>
          <p:nvPr>
            <p:ph type="title"/>
          </p:nvPr>
        </p:nvSpPr>
        <p:spPr>
          <a:xfrm>
            <a:off x="713225" y="445025"/>
            <a:ext cx="4711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Evaluation</a:t>
            </a:r>
            <a:endParaRPr/>
          </a:p>
        </p:txBody>
      </p:sp>
      <p:sp>
        <p:nvSpPr>
          <p:cNvPr id="503" name="Google Shape;503;p59"/>
          <p:cNvSpPr txBox="1">
            <a:spLocks noGrp="1"/>
          </p:cNvSpPr>
          <p:nvPr>
            <p:ph type="body" idx="1"/>
          </p:nvPr>
        </p:nvSpPr>
        <p:spPr>
          <a:xfrm>
            <a:off x="345650" y="1114600"/>
            <a:ext cx="8655300" cy="32463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100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The XGBoost model achieved:</a:t>
            </a:r>
            <a:endParaRPr sz="1800">
              <a:solidFill>
                <a:schemeClr val="dk1"/>
              </a:solidFill>
              <a:latin typeface="Calibri"/>
              <a:ea typeface="Calibri"/>
              <a:cs typeface="Calibri"/>
              <a:sym typeface="Calibri"/>
            </a:endParaRPr>
          </a:p>
          <a:p>
            <a:pPr marL="457200" lvl="0" indent="0" algn="l" rtl="0">
              <a:lnSpc>
                <a:spcPct val="115000"/>
              </a:lnSpc>
              <a:spcBef>
                <a:spcPts val="1000"/>
              </a:spcBef>
              <a:spcAft>
                <a:spcPts val="0"/>
              </a:spcAft>
              <a:buNone/>
            </a:pPr>
            <a:r>
              <a:rPr lang="en" sz="1800" b="1">
                <a:solidFill>
                  <a:schemeClr val="dk1"/>
                </a:solidFill>
                <a:latin typeface="Calibri"/>
                <a:ea typeface="Calibri"/>
                <a:cs typeface="Calibri"/>
                <a:sym typeface="Calibri"/>
              </a:rPr>
              <a:t>Accuracy:</a:t>
            </a:r>
            <a:r>
              <a:rPr lang="en" sz="1800">
                <a:solidFill>
                  <a:schemeClr val="dk1"/>
                </a:solidFill>
                <a:latin typeface="Calibri"/>
                <a:ea typeface="Calibri"/>
                <a:cs typeface="Calibri"/>
                <a:sym typeface="Calibri"/>
              </a:rPr>
              <a:t> 97%.</a:t>
            </a:r>
            <a:endParaRPr sz="1800">
              <a:solidFill>
                <a:schemeClr val="dk1"/>
              </a:solidFill>
              <a:latin typeface="Calibri"/>
              <a:ea typeface="Calibri"/>
              <a:cs typeface="Calibri"/>
              <a:sym typeface="Calibri"/>
            </a:endParaRPr>
          </a:p>
          <a:p>
            <a:pPr marL="457200" lvl="0" indent="0" algn="l" rtl="0">
              <a:lnSpc>
                <a:spcPct val="115000"/>
              </a:lnSpc>
              <a:spcBef>
                <a:spcPts val="1000"/>
              </a:spcBef>
              <a:spcAft>
                <a:spcPts val="0"/>
              </a:spcAft>
              <a:buNone/>
            </a:pPr>
            <a:r>
              <a:rPr lang="en" sz="1800" b="1">
                <a:solidFill>
                  <a:schemeClr val="dk1"/>
                </a:solidFill>
                <a:latin typeface="Calibri"/>
                <a:ea typeface="Calibri"/>
                <a:cs typeface="Calibri"/>
                <a:sym typeface="Calibri"/>
              </a:rPr>
              <a:t>Precision for diabetic cases:</a:t>
            </a:r>
            <a:r>
              <a:rPr lang="en" sz="1800">
                <a:solidFill>
                  <a:schemeClr val="dk1"/>
                </a:solidFill>
                <a:latin typeface="Calibri"/>
                <a:ea typeface="Calibri"/>
                <a:cs typeface="Calibri"/>
                <a:sym typeface="Calibri"/>
              </a:rPr>
              <a:t> 0.95, but recall was 0.69, indicating some missed cases.</a:t>
            </a:r>
            <a:endParaRPr sz="1800">
              <a:solidFill>
                <a:schemeClr val="dk1"/>
              </a:solidFill>
              <a:latin typeface="Calibri"/>
              <a:ea typeface="Calibri"/>
              <a:cs typeface="Calibri"/>
              <a:sym typeface="Calibri"/>
            </a:endParaRPr>
          </a:p>
          <a:p>
            <a:pPr marL="457200" lvl="0" indent="0" algn="l" rtl="0">
              <a:lnSpc>
                <a:spcPct val="115000"/>
              </a:lnSpc>
              <a:spcBef>
                <a:spcPts val="1000"/>
              </a:spcBef>
              <a:spcAft>
                <a:spcPts val="0"/>
              </a:spcAft>
              <a:buNone/>
            </a:pPr>
            <a:r>
              <a:rPr lang="en" sz="1800" b="1">
                <a:solidFill>
                  <a:schemeClr val="dk1"/>
                </a:solidFill>
                <a:latin typeface="Calibri"/>
                <a:ea typeface="Calibri"/>
                <a:cs typeface="Calibri"/>
                <a:sym typeface="Calibri"/>
              </a:rPr>
              <a:t>F1-Score for diabetic cases:</a:t>
            </a:r>
            <a:r>
              <a:rPr lang="en" sz="1800">
                <a:solidFill>
                  <a:schemeClr val="dk1"/>
                </a:solidFill>
                <a:latin typeface="Calibri"/>
                <a:ea typeface="Calibri"/>
                <a:cs typeface="Calibri"/>
                <a:sym typeface="Calibri"/>
              </a:rPr>
              <a:t> 0.80, highlighting room for improvement in recall.</a:t>
            </a:r>
            <a:endParaRPr sz="1800">
              <a:solidFill>
                <a:schemeClr val="dk1"/>
              </a:solidFill>
              <a:latin typeface="Calibri"/>
              <a:ea typeface="Calibri"/>
              <a:cs typeface="Calibri"/>
              <a:sym typeface="Calibri"/>
            </a:endParaRPr>
          </a:p>
          <a:p>
            <a:pPr marL="457200" lvl="0" indent="0" algn="l" rtl="0">
              <a:lnSpc>
                <a:spcPct val="115000"/>
              </a:lnSpc>
              <a:spcBef>
                <a:spcPts val="1000"/>
              </a:spcBef>
              <a:spcAft>
                <a:spcPts val="0"/>
              </a:spcAft>
              <a:buNone/>
            </a:pPr>
            <a:r>
              <a:rPr lang="en" sz="1800" b="1">
                <a:solidFill>
                  <a:schemeClr val="dk1"/>
                </a:solidFill>
                <a:latin typeface="Calibri"/>
                <a:ea typeface="Calibri"/>
                <a:cs typeface="Calibri"/>
                <a:sym typeface="Calibri"/>
              </a:rPr>
              <a:t>AUC-ROC:</a:t>
            </a:r>
            <a:r>
              <a:rPr lang="en" sz="1800">
                <a:solidFill>
                  <a:schemeClr val="dk1"/>
                </a:solidFill>
                <a:latin typeface="Calibri"/>
                <a:ea typeface="Calibri"/>
                <a:cs typeface="Calibri"/>
                <a:sym typeface="Calibri"/>
              </a:rPr>
              <a:t> 0.84, showing strong ability to distinguish between classes.</a:t>
            </a:r>
            <a:endParaRPr sz="1800">
              <a:solidFill>
                <a:schemeClr val="dk1"/>
              </a:solidFill>
              <a:latin typeface="Calibri"/>
              <a:ea typeface="Calibri"/>
              <a:cs typeface="Calibri"/>
              <a:sym typeface="Calibri"/>
            </a:endParaRPr>
          </a:p>
          <a:p>
            <a:pPr marL="457200" lvl="0" indent="-342900" algn="l" rtl="0">
              <a:lnSpc>
                <a:spcPct val="115000"/>
              </a:lnSpc>
              <a:spcBef>
                <a:spcPts val="100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Errors were primarily due to false negatives, which could delay diabetes diagnosis. Potential improvements include hyperparameter tuning and sampling techniques like SMOTE.</a:t>
            </a:r>
            <a:endParaRPr sz="18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800"/>
              <a:buNone/>
            </a:pP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60"/>
          <p:cNvSpPr txBox="1">
            <a:spLocks noGrp="1"/>
          </p:cNvSpPr>
          <p:nvPr>
            <p:ph type="title"/>
          </p:nvPr>
        </p:nvSpPr>
        <p:spPr>
          <a:xfrm>
            <a:off x="551075" y="383925"/>
            <a:ext cx="4711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Deployment</a:t>
            </a:r>
            <a:endParaRPr/>
          </a:p>
        </p:txBody>
      </p:sp>
      <p:sp>
        <p:nvSpPr>
          <p:cNvPr id="509" name="Google Shape;509;p60"/>
          <p:cNvSpPr txBox="1"/>
          <p:nvPr/>
        </p:nvSpPr>
        <p:spPr>
          <a:xfrm>
            <a:off x="492150" y="1123575"/>
            <a:ext cx="8410800" cy="3848100"/>
          </a:xfrm>
          <a:prstGeom prst="rect">
            <a:avLst/>
          </a:prstGeom>
          <a:noFill/>
          <a:ln>
            <a:noFill/>
          </a:ln>
        </p:spPr>
        <p:txBody>
          <a:bodyPr spcFirstLastPara="1" wrap="square" lIns="91425" tIns="91425" rIns="91425" bIns="91425" anchor="t" anchorCtr="0">
            <a:spAutoFit/>
          </a:bodyPr>
          <a:lstStyle/>
          <a:p>
            <a:pPr marL="457200" lvl="0" indent="-317500" algn="just" rtl="0">
              <a:lnSpc>
                <a:spcPct val="200000"/>
              </a:lnSpc>
              <a:spcBef>
                <a:spcPts val="100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Deployment involves integrating the </a:t>
            </a:r>
            <a:r>
              <a:rPr lang="en" dirty="0" err="1">
                <a:solidFill>
                  <a:schemeClr val="dk1"/>
                </a:solidFill>
                <a:latin typeface="Montserrat"/>
                <a:ea typeface="Montserrat"/>
                <a:cs typeface="Montserrat"/>
                <a:sym typeface="Montserrat"/>
              </a:rPr>
              <a:t>XGBoost</a:t>
            </a:r>
            <a:r>
              <a:rPr lang="en" dirty="0">
                <a:solidFill>
                  <a:schemeClr val="dk1"/>
                </a:solidFill>
                <a:latin typeface="Montserrat"/>
                <a:ea typeface="Montserrat"/>
                <a:cs typeface="Montserrat"/>
                <a:sym typeface="Montserrat"/>
              </a:rPr>
              <a:t> model into healthcare systems through APIs or web-based applications. Steps include:</a:t>
            </a:r>
            <a:endParaRPr dirty="0">
              <a:solidFill>
                <a:schemeClr val="dk1"/>
              </a:solidFill>
              <a:latin typeface="Montserrat"/>
              <a:ea typeface="Montserrat"/>
              <a:cs typeface="Montserrat"/>
              <a:sym typeface="Montserrat"/>
            </a:endParaRPr>
          </a:p>
          <a:p>
            <a:pPr marL="1371600" lvl="1" indent="-317500" algn="just" rtl="0">
              <a:lnSpc>
                <a:spcPct val="200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Exporting the trained model using pickle or </a:t>
            </a:r>
            <a:r>
              <a:rPr lang="en" dirty="0" err="1">
                <a:solidFill>
                  <a:schemeClr val="dk1"/>
                </a:solidFill>
                <a:latin typeface="Montserrat"/>
                <a:ea typeface="Montserrat"/>
                <a:cs typeface="Montserrat"/>
                <a:sym typeface="Montserrat"/>
              </a:rPr>
              <a:t>joblib</a:t>
            </a:r>
            <a:r>
              <a:rPr lang="en" dirty="0">
                <a:solidFill>
                  <a:schemeClr val="dk1"/>
                </a:solidFill>
                <a:latin typeface="Montserrat"/>
                <a:ea typeface="Montserrat"/>
                <a:cs typeface="Montserrat"/>
                <a:sym typeface="Montserrat"/>
              </a:rPr>
              <a:t>.</a:t>
            </a:r>
            <a:endParaRPr dirty="0">
              <a:solidFill>
                <a:schemeClr val="dk1"/>
              </a:solidFill>
              <a:latin typeface="Montserrat"/>
              <a:ea typeface="Montserrat"/>
              <a:cs typeface="Montserrat"/>
              <a:sym typeface="Montserrat"/>
            </a:endParaRPr>
          </a:p>
          <a:p>
            <a:pPr marL="1371600" lvl="1" indent="-317500" algn="just" rtl="0">
              <a:lnSpc>
                <a:spcPct val="200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Using Docker for consistent deployment across systems.</a:t>
            </a:r>
            <a:endParaRPr dirty="0">
              <a:solidFill>
                <a:schemeClr val="dk1"/>
              </a:solidFill>
              <a:latin typeface="Montserrat"/>
              <a:ea typeface="Montserrat"/>
              <a:cs typeface="Montserrat"/>
              <a:sym typeface="Montserrat"/>
            </a:endParaRPr>
          </a:p>
          <a:p>
            <a:pPr marL="1371600" lvl="1" indent="-317500" algn="just" rtl="0">
              <a:lnSpc>
                <a:spcPct val="200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Implementing automated monitoring to track accuracy and retrain as needed.</a:t>
            </a:r>
            <a:endParaRPr dirty="0">
              <a:solidFill>
                <a:schemeClr val="dk1"/>
              </a:solidFill>
              <a:latin typeface="Montserrat"/>
              <a:ea typeface="Montserrat"/>
              <a:cs typeface="Montserrat"/>
              <a:sym typeface="Montserrat"/>
            </a:endParaRPr>
          </a:p>
          <a:p>
            <a:pPr marL="1371600" lvl="1" indent="-317500" algn="just" rtl="0">
              <a:lnSpc>
                <a:spcPct val="200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Feedback loops with healthcare providers will ensure ongoing refinement and accuracy.</a:t>
            </a:r>
            <a:endParaRPr dirty="0">
              <a:solidFill>
                <a:schemeClr val="dk1"/>
              </a:solidFill>
              <a:latin typeface="Montserrat"/>
              <a:ea typeface="Montserrat"/>
              <a:cs typeface="Montserrat"/>
              <a:sym typeface="Montserrat"/>
            </a:endParaRPr>
          </a:p>
          <a:p>
            <a:pPr marL="0" marR="0" lvl="0" indent="0" algn="just" rtl="0">
              <a:lnSpc>
                <a:spcPct val="200000"/>
              </a:lnSpc>
              <a:spcBef>
                <a:spcPts val="0"/>
              </a:spcBef>
              <a:spcAft>
                <a:spcPts val="0"/>
              </a:spcAft>
              <a:buNone/>
            </a:pPr>
            <a:endParaRPr b="1" u="sng" dirty="0">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61"/>
          <p:cNvSpPr txBox="1">
            <a:spLocks noGrp="1"/>
          </p:cNvSpPr>
          <p:nvPr>
            <p:ph type="title"/>
          </p:nvPr>
        </p:nvSpPr>
        <p:spPr>
          <a:xfrm>
            <a:off x="178900" y="430425"/>
            <a:ext cx="8226600" cy="722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Conclusion</a:t>
            </a:r>
            <a:endParaRPr/>
          </a:p>
        </p:txBody>
      </p:sp>
      <p:sp>
        <p:nvSpPr>
          <p:cNvPr id="515" name="Google Shape;515;p61"/>
          <p:cNvSpPr txBox="1">
            <a:spLocks noGrp="1"/>
          </p:cNvSpPr>
          <p:nvPr>
            <p:ph type="title"/>
          </p:nvPr>
        </p:nvSpPr>
        <p:spPr>
          <a:xfrm>
            <a:off x="236175" y="1152525"/>
            <a:ext cx="9027600" cy="1655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200"/>
              </a:spcBef>
              <a:spcAft>
                <a:spcPts val="0"/>
              </a:spcAft>
              <a:buClr>
                <a:schemeClr val="dk1"/>
              </a:buClr>
              <a:buSzPts val="1100"/>
              <a:buFont typeface="Arial"/>
              <a:buNone/>
            </a:pPr>
            <a:r>
              <a:rPr lang="en" sz="1400" dirty="0">
                <a:latin typeface="Montserrat"/>
                <a:ea typeface="Montserrat"/>
                <a:cs typeface="Montserrat"/>
                <a:sym typeface="Montserrat"/>
              </a:rPr>
              <a:t>The </a:t>
            </a:r>
            <a:r>
              <a:rPr lang="en" sz="1400" i="1" dirty="0">
                <a:latin typeface="Montserrat"/>
                <a:ea typeface="Montserrat"/>
                <a:cs typeface="Montserrat"/>
                <a:sym typeface="Montserrat"/>
              </a:rPr>
              <a:t>Diabetes Prediction System</a:t>
            </a:r>
            <a:r>
              <a:rPr lang="en" sz="1400" dirty="0">
                <a:latin typeface="Montserrat"/>
                <a:ea typeface="Montserrat"/>
                <a:cs typeface="Montserrat"/>
                <a:sym typeface="Montserrat"/>
              </a:rPr>
              <a:t> project highlights the power of predictive analytics in addressing healthcare challenges, particularly in diabetes management. By leveraging machine learning techniques like </a:t>
            </a:r>
            <a:r>
              <a:rPr lang="en" sz="1400" dirty="0" err="1">
                <a:latin typeface="Montserrat"/>
                <a:ea typeface="Montserrat"/>
                <a:cs typeface="Montserrat"/>
                <a:sym typeface="Montserrat"/>
              </a:rPr>
              <a:t>XGBoost</a:t>
            </a:r>
            <a:r>
              <a:rPr lang="en" sz="1400" dirty="0">
                <a:latin typeface="Montserrat"/>
                <a:ea typeface="Montserrat"/>
                <a:cs typeface="Montserrat"/>
                <a:sym typeface="Montserrat"/>
              </a:rPr>
              <a:t>, the model provides reliable predictions that can help healthcare providers identify individuals at high risk of diabetes. This early detection is crucial for initiating timely interventions, improving patient outcomes, and reducing healthcare costs.</a:t>
            </a:r>
            <a:endParaRPr sz="1400" dirty="0">
              <a:latin typeface="Montserrat"/>
              <a:ea typeface="Montserrat"/>
              <a:cs typeface="Montserrat"/>
              <a:sym typeface="Montserrat"/>
            </a:endParaRPr>
          </a:p>
          <a:p>
            <a:pPr marL="0" lvl="0" indent="0" algn="l" rtl="0">
              <a:lnSpc>
                <a:spcPct val="150000"/>
              </a:lnSpc>
              <a:spcBef>
                <a:spcPts val="1200"/>
              </a:spcBef>
              <a:spcAft>
                <a:spcPts val="0"/>
              </a:spcAft>
              <a:buClr>
                <a:schemeClr val="dk1"/>
              </a:buClr>
              <a:buSzPts val="1100"/>
              <a:buFont typeface="Arial"/>
              <a:buNone/>
            </a:pPr>
            <a:r>
              <a:rPr lang="en" sz="1400" dirty="0">
                <a:latin typeface="Montserrat"/>
                <a:ea typeface="Montserrat"/>
                <a:cs typeface="Montserrat"/>
                <a:sym typeface="Montserrat"/>
              </a:rPr>
              <a:t>Through careful data preparation, model selection, and evaluation, we’ve built a solution that not only meets but exceeds key performance metrics. While the current model demonstrates high accuracy, further refinements, particularly in recall for diabetic cases, will make it even more effective. Moving forward, the deployment strategy ensures that the model can be integrated into real-world healthcare systems, offering scalable, actionable insights for healthcare professionals.</a:t>
            </a:r>
            <a:endParaRPr sz="1400" dirty="0">
              <a:latin typeface="Montserrat"/>
              <a:ea typeface="Montserrat"/>
              <a:cs typeface="Montserrat"/>
              <a:sym typeface="Montserrat"/>
            </a:endParaRPr>
          </a:p>
          <a:p>
            <a:pPr marL="0" lvl="0" indent="0" algn="l" rtl="0">
              <a:lnSpc>
                <a:spcPct val="150000"/>
              </a:lnSpc>
              <a:spcBef>
                <a:spcPts val="1200"/>
              </a:spcBef>
              <a:spcAft>
                <a:spcPts val="0"/>
              </a:spcAft>
              <a:buSzPts val="3000"/>
              <a:buNone/>
            </a:pPr>
            <a:endParaRPr sz="1400" dirty="0">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2020</Words>
  <Application>Microsoft Macintosh PowerPoint</Application>
  <PresentationFormat>On-screen Show (16:9)</PresentationFormat>
  <Paragraphs>75</Paragraphs>
  <Slides>8</Slides>
  <Notes>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vt:i4>
      </vt:variant>
    </vt:vector>
  </HeadingPairs>
  <TitlesOfParts>
    <vt:vector size="21" baseType="lpstr">
      <vt:lpstr>Calibri</vt:lpstr>
      <vt:lpstr>Crimson Text</vt:lpstr>
      <vt:lpstr>Open Sans</vt:lpstr>
      <vt:lpstr>Arial</vt:lpstr>
      <vt:lpstr>Open Sans SemiBold</vt:lpstr>
      <vt:lpstr>Montserrat</vt:lpstr>
      <vt:lpstr>Mako</vt:lpstr>
      <vt:lpstr>Josefin Sans</vt:lpstr>
      <vt:lpstr>Russo One</vt:lpstr>
      <vt:lpstr>Vidaloka</vt:lpstr>
      <vt:lpstr>Merriweather Light</vt:lpstr>
      <vt:lpstr>Lato</vt:lpstr>
      <vt:lpstr>Minimalist Business Slides XL by Slidesgo</vt:lpstr>
      <vt:lpstr>Diabetes Prediction System</vt:lpstr>
      <vt:lpstr>Business Understanding</vt:lpstr>
      <vt:lpstr>Data Understanding </vt:lpstr>
      <vt:lpstr>Data Preparation</vt:lpstr>
      <vt:lpstr>Modeling</vt:lpstr>
      <vt:lpstr>Evaluation</vt:lpstr>
      <vt:lpstr>Deployment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Diabetes Prediction System</dc:title>
  <cp:lastModifiedBy>Sarda, Samiksha</cp:lastModifiedBy>
  <cp:revision>1</cp:revision>
  <dcterms:modified xsi:type="dcterms:W3CDTF">2024-12-08T02:46:31Z</dcterms:modified>
</cp:coreProperties>
</file>